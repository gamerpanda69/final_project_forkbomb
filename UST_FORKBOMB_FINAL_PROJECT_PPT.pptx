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9"/>
  </p:notesMasterIdLst>
  <p:handoutMasterIdLst>
    <p:handoutMasterId r:id="rId20"/>
  </p:handoutMasterIdLst>
  <p:sldIdLst>
    <p:sldId id="2147469903" r:id="rId5"/>
    <p:sldId id="2147478946" r:id="rId6"/>
    <p:sldId id="2147478971" r:id="rId7"/>
    <p:sldId id="2147478970" r:id="rId8"/>
    <p:sldId id="2147478944" r:id="rId9"/>
    <p:sldId id="2147478962" r:id="rId10"/>
    <p:sldId id="2147478955" r:id="rId11"/>
    <p:sldId id="2147478969" r:id="rId12"/>
    <p:sldId id="2147478967" r:id="rId13"/>
    <p:sldId id="2147478968" r:id="rId14"/>
    <p:sldId id="2147478973" r:id="rId15"/>
    <p:sldId id="2147478974" r:id="rId16"/>
    <p:sldId id="2147478972" r:id="rId17"/>
    <p:sldId id="42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E5FB436-E6F0-BB65-A1C6-2D1A96238CB3}" name="Rajesh L(UST,IN)" initials="RL" userId="S::271767@ust.com::38e22685-97cf-4bcc-b279-027f4e478dd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0070C0"/>
    <a:srgbClr val="FFFFFF"/>
    <a:srgbClr val="B5E6A2"/>
    <a:srgbClr val="ED7D31"/>
    <a:srgbClr val="F3A447"/>
    <a:srgbClr val="A6A6A6"/>
    <a:srgbClr val="EDF0E9"/>
    <a:srgbClr val="FAF2D4"/>
    <a:srgbClr val="A5B5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88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94B2D1-5C53-26AA-47B2-811CDC80F03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8F7D3A8-83C5-63C0-732F-E28B3896266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09482BE-552D-43D8-BAFB-DE7512A48EC2}" type="datetimeFigureOut">
              <a:rPr lang="en-US" smtClean="0"/>
              <a:t>5/2/2025</a:t>
            </a:fld>
            <a:endParaRPr lang="en-US"/>
          </a:p>
        </p:txBody>
      </p:sp>
      <p:sp>
        <p:nvSpPr>
          <p:cNvPr id="4" name="Footer Placeholder 3">
            <a:extLst>
              <a:ext uri="{FF2B5EF4-FFF2-40B4-BE49-F238E27FC236}">
                <a16:creationId xmlns:a16="http://schemas.microsoft.com/office/drawing/2014/main" id="{021A98B5-27BD-2336-BDA5-362799FA46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235E369-D685-2EC8-2761-07C04CBA70C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5739634-1A4E-43DF-8345-413EDFD94792}" type="slidenum">
              <a:rPr lang="en-US" smtClean="0"/>
              <a:t>‹#›</a:t>
            </a:fld>
            <a:endParaRPr lang="en-US"/>
          </a:p>
        </p:txBody>
      </p:sp>
    </p:spTree>
    <p:extLst>
      <p:ext uri="{BB962C8B-B14F-4D97-AF65-F5344CB8AC3E}">
        <p14:creationId xmlns:p14="http://schemas.microsoft.com/office/powerpoint/2010/main" val="4900016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678564-212D-4304-8138-DD2B4EE66498}" type="datetimeFigureOut">
              <a:rPr lang="en-US" smtClean="0"/>
              <a:t>5/2/2025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B51B8A-5922-464F-8DD6-1251D3752470}" type="slidenum">
              <a:rPr lang="en-US" smtClean="0"/>
              <a:t>‹#›</a:t>
            </a:fld>
            <a:endParaRPr lang="en-US"/>
          </a:p>
        </p:txBody>
      </p:sp>
    </p:spTree>
    <p:extLst>
      <p:ext uri="{BB962C8B-B14F-4D97-AF65-F5344CB8AC3E}">
        <p14:creationId xmlns:p14="http://schemas.microsoft.com/office/powerpoint/2010/main" val="1569230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ust.com/"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hyperlink" Target="https://www.facebook.com/USTGlobal" TargetMode="External"/><Relationship Id="rId2" Type="http://schemas.openxmlformats.org/officeDocument/2006/relationships/hyperlink" Target="http://www.linkedin.com/company/ust-global" TargetMode="External"/><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hyperlink" Target="http://www.youtube.com/ustglobalweb" TargetMode="External"/><Relationship Id="rId4" Type="http://schemas.openxmlformats.org/officeDocument/2006/relationships/hyperlink" Target="https://twitter.com/USTGlobal" TargetMode="Externa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hyperlink" Target="https://ust.com/" TargetMode="External"/><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3" Type="http://schemas.openxmlformats.org/officeDocument/2006/relationships/hyperlink" Target="https://www.facebook.com/USTGlobal" TargetMode="External"/><Relationship Id="rId2" Type="http://schemas.openxmlformats.org/officeDocument/2006/relationships/hyperlink" Target="http://www.linkedin.com/company/ust-global" TargetMode="External"/><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hyperlink" Target="http://www.youtube.com/ustglobalweb" TargetMode="External"/><Relationship Id="rId4" Type="http://schemas.openxmlformats.org/officeDocument/2006/relationships/hyperlink" Target="https://twitter.com/USTGlobal" TargetMode="Externa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9F2F8409-9B9B-CE4D-A6D2-B42B785F8AAC}"/>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9" name="UST" descr="UST">
            <a:extLst>
              <a:ext uri="{FF2B5EF4-FFF2-40B4-BE49-F238E27FC236}">
                <a16:creationId xmlns:a16="http://schemas.microsoft.com/office/drawing/2014/main" id="{2D82142E-2BFE-4214-9282-12F54DFC4566}"/>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1702053" y="1585468"/>
            <a:ext cx="8686800" cy="2105012"/>
          </a:xfrm>
        </p:spPr>
        <p:txBody>
          <a:bodyPr anchor="b" anchorCtr="0"/>
          <a:lstStyle>
            <a:lvl1pPr algn="l">
              <a:defRPr sz="48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702053" y="3931920"/>
            <a:ext cx="8686800" cy="914400"/>
          </a:xfrm>
        </p:spPr>
        <p:txBody>
          <a:bodyPr>
            <a:noAutofit/>
          </a:bodyPr>
          <a:lstStyle>
            <a:lvl1pPr marL="0" indent="0" algn="l">
              <a:spcBef>
                <a:spcPts val="0"/>
              </a:spcBef>
              <a:buNone/>
              <a:defRPr sz="2400">
                <a:solidFill>
                  <a:schemeClr val="bg1"/>
                </a:solidFill>
              </a:defRPr>
            </a:lvl1pPr>
            <a:lvl2pPr marL="0" indent="0" algn="l">
              <a:spcBef>
                <a:spcPts val="0"/>
              </a:spcBef>
              <a:buNone/>
              <a:defRPr sz="2400">
                <a:solidFill>
                  <a:schemeClr val="bg1"/>
                </a:solidFill>
              </a:defRPr>
            </a:lvl2pPr>
            <a:lvl3pPr marL="0" indent="0" algn="l">
              <a:spcBef>
                <a:spcPts val="0"/>
              </a:spcBef>
              <a:buNone/>
              <a:defRPr sz="2400">
                <a:solidFill>
                  <a:schemeClr val="bg1"/>
                </a:solidFill>
              </a:defRPr>
            </a:lvl3pPr>
            <a:lvl4pPr marL="0" indent="0" algn="l">
              <a:spcBef>
                <a:spcPts val="0"/>
              </a:spcBef>
              <a:buNone/>
              <a:defRPr sz="2400">
                <a:solidFill>
                  <a:schemeClr val="bg1"/>
                </a:solidFill>
              </a:defRPr>
            </a:lvl4pPr>
            <a:lvl5pPr marL="0" indent="0" algn="l">
              <a:spcBef>
                <a:spcPts val="0"/>
              </a:spcBef>
              <a:buNone/>
              <a:defRPr sz="2400">
                <a:solidFill>
                  <a:schemeClr val="bg1"/>
                </a:solidFill>
              </a:defRPr>
            </a:lvl5pPr>
            <a:lvl6pPr marL="0" indent="0" algn="l">
              <a:spcBef>
                <a:spcPts val="0"/>
              </a:spcBef>
              <a:buNone/>
              <a:defRPr sz="2400">
                <a:solidFill>
                  <a:schemeClr val="bg1"/>
                </a:solidFill>
              </a:defRPr>
            </a:lvl6pPr>
            <a:lvl7pPr marL="0" indent="0" algn="l">
              <a:spcBef>
                <a:spcPts val="0"/>
              </a:spcBef>
              <a:buNone/>
              <a:defRPr sz="2400">
                <a:solidFill>
                  <a:schemeClr val="bg1"/>
                </a:solidFill>
              </a:defRPr>
            </a:lvl7pPr>
            <a:lvl8pPr marL="0" indent="0" algn="l">
              <a:spcBef>
                <a:spcPts val="0"/>
              </a:spcBef>
              <a:buNone/>
              <a:defRPr sz="2400">
                <a:solidFill>
                  <a:schemeClr val="bg1"/>
                </a:solidFill>
              </a:defRPr>
            </a:lvl8pPr>
            <a:lvl9pPr marL="0" indent="0" algn="l">
              <a:spcBef>
                <a:spcPts val="0"/>
              </a:spcBef>
              <a:buNone/>
              <a:defRPr sz="2400">
                <a:solidFill>
                  <a:schemeClr val="bg1"/>
                </a:solidFill>
              </a:defRPr>
            </a:lvl9pPr>
          </a:lstStyle>
          <a:p>
            <a:r>
              <a:rPr lang="en-US"/>
              <a:t>[Optional subtitle]</a:t>
            </a:r>
          </a:p>
        </p:txBody>
      </p:sp>
      <p:sp>
        <p:nvSpPr>
          <p:cNvPr id="7" name="Text Placeholder 3">
            <a:extLst>
              <a:ext uri="{FF2B5EF4-FFF2-40B4-BE49-F238E27FC236}">
                <a16:creationId xmlns:a16="http://schemas.microsoft.com/office/drawing/2014/main" id="{E404E13A-A174-144E-87D8-E5915BFAC31A}"/>
              </a:ext>
            </a:extLst>
          </p:cNvPr>
          <p:cNvSpPr>
            <a:spLocks noGrp="1"/>
          </p:cNvSpPr>
          <p:nvPr>
            <p:ph type="body" sz="quarter" idx="10" hasCustomPrompt="1"/>
          </p:nvPr>
        </p:nvSpPr>
        <p:spPr>
          <a:xfrm>
            <a:off x="1702052" y="5577840"/>
            <a:ext cx="8686800" cy="914400"/>
          </a:xfrm>
        </p:spPr>
        <p:txBody>
          <a:bodyPr anchor="b" anchorCtr="0">
            <a:noAutofit/>
          </a:bodyPr>
          <a:lstStyle>
            <a:lvl1pPr marL="0" indent="0">
              <a:spcBef>
                <a:spcPts val="0"/>
              </a:spcBef>
              <a:buFontTx/>
              <a:buNone/>
              <a:defRPr sz="1600" b="1">
                <a:solidFill>
                  <a:schemeClr val="bg1"/>
                </a:solidFill>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a:t>[Month 00, 0000]</a:t>
            </a:r>
            <a:br>
              <a:rPr lang="en-US"/>
            </a:br>
            <a:r>
              <a:rPr lang="en-US"/>
              <a:t>[Presenter Name]</a:t>
            </a:r>
            <a:br>
              <a:rPr lang="en-US"/>
            </a:br>
            <a:r>
              <a:rPr lang="en-US"/>
              <a:t>[Title]</a:t>
            </a:r>
          </a:p>
        </p:txBody>
      </p:sp>
    </p:spTree>
    <p:extLst>
      <p:ext uri="{BB962C8B-B14F-4D97-AF65-F5344CB8AC3E}">
        <p14:creationId xmlns:p14="http://schemas.microsoft.com/office/powerpoint/2010/main" val="2361101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6546">
          <p15:clr>
            <a:srgbClr val="FBAE40"/>
          </p15:clr>
        </p15:guide>
        <p15:guide id="3" orient="horz" pos="776">
          <p15:clr>
            <a:srgbClr val="FBAE40"/>
          </p15:clr>
        </p15:guide>
        <p15:guide id="4" pos="74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01">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userDrawn="1"/>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188720" y="1234440"/>
            <a:ext cx="5166360" cy="2304288"/>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188720" y="4114799"/>
            <a:ext cx="5166360" cy="685800"/>
          </a:xfrm>
        </p:spPr>
        <p:txBody>
          <a:bodyPr anchor="t" anchorCtr="0">
            <a:noAutofit/>
          </a:bodyPr>
          <a:lstStyle>
            <a:lvl1pPr marL="0" indent="0" algn="l">
              <a:spcBef>
                <a:spcPts val="0"/>
              </a:spcBef>
              <a:buNone/>
              <a:defRPr sz="2000" b="0">
                <a:solidFill>
                  <a:schemeClr val="tx1"/>
                </a:solidFill>
              </a:defRPr>
            </a:lvl1pPr>
            <a:lvl2pPr marL="0" indent="0" algn="l">
              <a:spcBef>
                <a:spcPts val="0"/>
              </a:spcBef>
              <a:buNone/>
              <a:defRPr sz="2000">
                <a:solidFill>
                  <a:schemeClr val="tx1"/>
                </a:solidFill>
              </a:defRPr>
            </a:lvl2pPr>
            <a:lvl3pPr marL="0" indent="0" algn="l">
              <a:spcBef>
                <a:spcPts val="0"/>
              </a:spcBef>
              <a:buNone/>
              <a:defRPr sz="2000">
                <a:solidFill>
                  <a:schemeClr val="tx1"/>
                </a:solidFill>
              </a:defRPr>
            </a:lvl3pPr>
            <a:lvl4pPr marL="0" indent="0" algn="l">
              <a:spcBef>
                <a:spcPts val="0"/>
              </a:spcBef>
              <a:buNone/>
              <a:defRPr sz="2000">
                <a:solidFill>
                  <a:schemeClr val="tx1"/>
                </a:solidFill>
              </a:defRPr>
            </a:lvl4pPr>
            <a:lvl5pPr marL="0" indent="0" algn="l">
              <a:spcBef>
                <a:spcPts val="0"/>
              </a:spcBef>
              <a:buNone/>
              <a:defRPr sz="2000">
                <a:solidFill>
                  <a:schemeClr val="tx1"/>
                </a:solidFill>
              </a:defRPr>
            </a:lvl5pPr>
            <a:lvl6pPr marL="0" indent="0" algn="l">
              <a:spcBef>
                <a:spcPts val="0"/>
              </a:spcBef>
              <a:buNone/>
              <a:defRPr sz="2000">
                <a:solidFill>
                  <a:schemeClr val="tx1"/>
                </a:solidFill>
              </a:defRPr>
            </a:lvl6pPr>
            <a:lvl7pPr marL="0" indent="0" algn="l">
              <a:spcBef>
                <a:spcPts val="0"/>
              </a:spcBef>
              <a:buNone/>
              <a:defRPr sz="2000">
                <a:solidFill>
                  <a:schemeClr val="tx1"/>
                </a:solidFill>
              </a:defRPr>
            </a:lvl7pPr>
            <a:lvl8pPr marL="0" indent="0" algn="l">
              <a:spcBef>
                <a:spcPts val="0"/>
              </a:spcBef>
              <a:buNone/>
              <a:defRPr sz="2000">
                <a:solidFill>
                  <a:schemeClr val="tx1"/>
                </a:solidFill>
              </a:defRPr>
            </a:lvl8pPr>
            <a:lvl9pPr marL="0" indent="0" algn="l">
              <a:spcBef>
                <a:spcPts val="0"/>
              </a:spcBef>
              <a:buNone/>
              <a:defRPr sz="2000">
                <a:solidFill>
                  <a:schemeClr val="tx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188720" y="5577840"/>
            <a:ext cx="5166360" cy="914400"/>
          </a:xfrm>
        </p:spPr>
        <p:txBody>
          <a:bodyPr anchor="b" anchorCtr="0">
            <a:noAutofit/>
          </a:bodyPr>
          <a:lstStyle>
            <a:lvl1pPr marL="0" indent="0">
              <a:spcBef>
                <a:spcPts val="0"/>
              </a:spcBef>
              <a:buFontTx/>
              <a:buNone/>
              <a:defRPr sz="1600" b="1">
                <a:solidFill>
                  <a:schemeClr val="tx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6657340" y="2148840"/>
            <a:ext cx="5166360" cy="4343400"/>
          </a:xfrm>
          <a:solidFill>
            <a:srgbClr val="D7E0E3"/>
          </a:solidFill>
        </p:spPr>
        <p:txBody>
          <a:bodyPr anchor="ctr" anchorCtr="0">
            <a:normAutofit/>
          </a:bodyPr>
          <a:lstStyle>
            <a:lvl1pPr marL="0" indent="0" algn="ctr">
              <a:buFontTx/>
              <a:buNone/>
              <a:defRPr sz="1200"/>
            </a:lvl1pPr>
          </a:lstStyle>
          <a:p>
            <a:r>
              <a:rPr lang="en-US"/>
              <a:t>[Click icon to insert photo]</a:t>
            </a:r>
          </a:p>
        </p:txBody>
      </p:sp>
    </p:spTree>
    <p:extLst>
      <p:ext uri="{BB962C8B-B14F-4D97-AF65-F5344CB8AC3E}">
        <p14:creationId xmlns:p14="http://schemas.microsoft.com/office/powerpoint/2010/main" val="32197707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02">
    <p:bg>
      <p:bgRef idx="1001">
        <a:schemeClr val="bg1"/>
      </p:bgRef>
    </p:bg>
    <p:spTree>
      <p:nvGrpSpPr>
        <p:cNvPr id="1" name=""/>
        <p:cNvGrpSpPr/>
        <p:nvPr/>
      </p:nvGrpSpPr>
      <p:grpSpPr>
        <a:xfrm>
          <a:off x="0" y="0"/>
          <a:ext cx="0" cy="0"/>
          <a:chOff x="0" y="0"/>
          <a:chExt cx="0" cy="0"/>
        </a:xfrm>
      </p:grpSpPr>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6657340" y="365759"/>
            <a:ext cx="5166360" cy="3200400"/>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6931152" y="2651760"/>
            <a:ext cx="4617720" cy="685800"/>
          </a:xfrm>
        </p:spPr>
        <p:txBody>
          <a:bodyPr anchor="t" anchorCtr="0">
            <a:noAutofit/>
          </a:bodyPr>
          <a:lstStyle>
            <a:lvl1pPr marL="0" indent="0" algn="l">
              <a:spcBef>
                <a:spcPts val="0"/>
              </a:spcBef>
              <a:buNone/>
              <a:defRPr sz="2000" b="0">
                <a:solidFill>
                  <a:schemeClr val="bg1"/>
                </a:solidFill>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6657340" y="5577840"/>
            <a:ext cx="5166360" cy="914400"/>
          </a:xfrm>
        </p:spPr>
        <p:txBody>
          <a:bodyPr anchor="b" anchorCtr="0">
            <a:noAutofit/>
          </a:bodyPr>
          <a:lstStyle>
            <a:lvl1pPr marL="0" indent="0">
              <a:spcBef>
                <a:spcPts val="0"/>
              </a:spcBef>
              <a:buFontTx/>
              <a:buNone/>
              <a:defRPr sz="1600" b="1">
                <a:solidFill>
                  <a:schemeClr val="tx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1188720" y="1234440"/>
            <a:ext cx="5166360" cy="5257800"/>
          </a:xfrm>
          <a:solidFill>
            <a:srgbClr val="D7E0E3"/>
          </a:solidFill>
        </p:spPr>
        <p:txBody>
          <a:bodyPr anchor="ctr" anchorCtr="0">
            <a:normAutofit/>
          </a:bodyPr>
          <a:lstStyle>
            <a:lvl1pPr marL="0" indent="0" algn="ctr">
              <a:buFontTx/>
              <a:buNone/>
              <a:defRPr sz="1200"/>
            </a:lvl1pPr>
          </a:lstStyle>
          <a:p>
            <a:r>
              <a:rPr lang="en-US"/>
              <a:t>[Click icon to insert photo]</a:t>
            </a:r>
          </a:p>
        </p:txBody>
      </p:sp>
    </p:spTree>
    <p:extLst>
      <p:ext uri="{BB962C8B-B14F-4D97-AF65-F5344CB8AC3E}">
        <p14:creationId xmlns:p14="http://schemas.microsoft.com/office/powerpoint/2010/main" val="14070611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2_Custom Layout">
    <p:bg>
      <p:bgRef idx="1001">
        <a:schemeClr val="bg1"/>
      </p:bgRef>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C051681-A353-F8FE-EE8E-CFD6919533EC}"/>
              </a:ext>
            </a:extLst>
          </p:cNvPr>
          <p:cNvPicPr>
            <a:picLocks noChangeAspect="1"/>
          </p:cNvPicPr>
          <p:nvPr userDrawn="1"/>
        </p:nvPicPr>
        <p:blipFill rotWithShape="1">
          <a:blip r:embed="rId2">
            <a:alphaModFix amt="70000"/>
          </a:blip>
          <a:srcRect b="5183"/>
          <a:stretch/>
        </p:blipFill>
        <p:spPr>
          <a:xfrm>
            <a:off x="3721099" y="2340112"/>
            <a:ext cx="8470897" cy="4517888"/>
          </a:xfrm>
          <a:prstGeom prst="rect">
            <a:avLst/>
          </a:prstGeom>
        </p:spPr>
      </p:pic>
      <p:sp>
        <p:nvSpPr>
          <p:cNvPr id="3" name="Freeform: Shape 2">
            <a:extLst>
              <a:ext uri="{FF2B5EF4-FFF2-40B4-BE49-F238E27FC236}">
                <a16:creationId xmlns:a16="http://schemas.microsoft.com/office/drawing/2014/main" id="{58F63F2D-753C-78A2-960C-4D298F253800}"/>
              </a:ext>
            </a:extLst>
          </p:cNvPr>
          <p:cNvSpPr/>
          <p:nvPr userDrawn="1"/>
        </p:nvSpPr>
        <p:spPr>
          <a:xfrm>
            <a:off x="3" y="1"/>
            <a:ext cx="12191997" cy="6857999"/>
          </a:xfrm>
          <a:custGeom>
            <a:avLst/>
            <a:gdLst>
              <a:gd name="connsiteX0" fmla="*/ 10063687 w 12191997"/>
              <a:gd name="connsiteY0" fmla="*/ 4228225 h 6857999"/>
              <a:gd name="connsiteX1" fmla="*/ 9057847 w 12191997"/>
              <a:gd name="connsiteY1" fmla="*/ 4731145 h 6857999"/>
              <a:gd name="connsiteX2" fmla="*/ 9057847 w 12191997"/>
              <a:gd name="connsiteY2" fmla="*/ 5736985 h 6857999"/>
              <a:gd name="connsiteX3" fmla="*/ 10063687 w 12191997"/>
              <a:gd name="connsiteY3" fmla="*/ 6239905 h 6857999"/>
              <a:gd name="connsiteX4" fmla="*/ 11069527 w 12191997"/>
              <a:gd name="connsiteY4" fmla="*/ 5736985 h 6857999"/>
              <a:gd name="connsiteX5" fmla="*/ 11069527 w 12191997"/>
              <a:gd name="connsiteY5" fmla="*/ 4731145 h 6857999"/>
              <a:gd name="connsiteX6" fmla="*/ 7972178 w 12191997"/>
              <a:gd name="connsiteY6" fmla="*/ 4228225 h 6857999"/>
              <a:gd name="connsiteX7" fmla="*/ 6966338 w 12191997"/>
              <a:gd name="connsiteY7" fmla="*/ 4731145 h 6857999"/>
              <a:gd name="connsiteX8" fmla="*/ 6966338 w 12191997"/>
              <a:gd name="connsiteY8" fmla="*/ 5736985 h 6857999"/>
              <a:gd name="connsiteX9" fmla="*/ 7972178 w 12191997"/>
              <a:gd name="connsiteY9" fmla="*/ 6239905 h 6857999"/>
              <a:gd name="connsiteX10" fmla="*/ 8978018 w 12191997"/>
              <a:gd name="connsiteY10" fmla="*/ 5736985 h 6857999"/>
              <a:gd name="connsiteX11" fmla="*/ 8978018 w 12191997"/>
              <a:gd name="connsiteY11" fmla="*/ 4731145 h 6857999"/>
              <a:gd name="connsiteX12" fmla="*/ 5880669 w 12191997"/>
              <a:gd name="connsiteY12" fmla="*/ 4228225 h 6857999"/>
              <a:gd name="connsiteX13" fmla="*/ 4874829 w 12191997"/>
              <a:gd name="connsiteY13" fmla="*/ 4731145 h 6857999"/>
              <a:gd name="connsiteX14" fmla="*/ 4874829 w 12191997"/>
              <a:gd name="connsiteY14" fmla="*/ 5736985 h 6857999"/>
              <a:gd name="connsiteX15" fmla="*/ 5880669 w 12191997"/>
              <a:gd name="connsiteY15" fmla="*/ 6239905 h 6857999"/>
              <a:gd name="connsiteX16" fmla="*/ 6886509 w 12191997"/>
              <a:gd name="connsiteY16" fmla="*/ 5736985 h 6857999"/>
              <a:gd name="connsiteX17" fmla="*/ 6886509 w 12191997"/>
              <a:gd name="connsiteY17" fmla="*/ 4731145 h 6857999"/>
              <a:gd name="connsiteX18" fmla="*/ 9014303 w 12191997"/>
              <a:gd name="connsiteY18" fmla="*/ 2636708 h 6857999"/>
              <a:gd name="connsiteX19" fmla="*/ 8008463 w 12191997"/>
              <a:gd name="connsiteY19" fmla="*/ 3139628 h 6857999"/>
              <a:gd name="connsiteX20" fmla="*/ 8008463 w 12191997"/>
              <a:gd name="connsiteY20" fmla="*/ 4145468 h 6857999"/>
              <a:gd name="connsiteX21" fmla="*/ 9014303 w 12191997"/>
              <a:gd name="connsiteY21" fmla="*/ 4648388 h 6857999"/>
              <a:gd name="connsiteX22" fmla="*/ 10020143 w 12191997"/>
              <a:gd name="connsiteY22" fmla="*/ 4145468 h 6857999"/>
              <a:gd name="connsiteX23" fmla="*/ 10020143 w 12191997"/>
              <a:gd name="connsiteY23" fmla="*/ 3139628 h 6857999"/>
              <a:gd name="connsiteX24" fmla="*/ 6922794 w 12191997"/>
              <a:gd name="connsiteY24" fmla="*/ 2636708 h 6857999"/>
              <a:gd name="connsiteX25" fmla="*/ 5916954 w 12191997"/>
              <a:gd name="connsiteY25" fmla="*/ 3139629 h 6857999"/>
              <a:gd name="connsiteX26" fmla="*/ 5916954 w 12191997"/>
              <a:gd name="connsiteY26" fmla="*/ 4145468 h 6857999"/>
              <a:gd name="connsiteX27" fmla="*/ 6922794 w 12191997"/>
              <a:gd name="connsiteY27" fmla="*/ 4648388 h 6857999"/>
              <a:gd name="connsiteX28" fmla="*/ 7928634 w 12191997"/>
              <a:gd name="connsiteY28" fmla="*/ 4145468 h 6857999"/>
              <a:gd name="connsiteX29" fmla="*/ 7928634 w 12191997"/>
              <a:gd name="connsiteY29" fmla="*/ 3139629 h 6857999"/>
              <a:gd name="connsiteX30" fmla="*/ 4831286 w 12191997"/>
              <a:gd name="connsiteY30" fmla="*/ 2636708 h 6857999"/>
              <a:gd name="connsiteX31" fmla="*/ 3825446 w 12191997"/>
              <a:gd name="connsiteY31" fmla="*/ 3139629 h 6857999"/>
              <a:gd name="connsiteX32" fmla="*/ 3825446 w 12191997"/>
              <a:gd name="connsiteY32" fmla="*/ 4145468 h 6857999"/>
              <a:gd name="connsiteX33" fmla="*/ 4831286 w 12191997"/>
              <a:gd name="connsiteY33" fmla="*/ 4648388 h 6857999"/>
              <a:gd name="connsiteX34" fmla="*/ 5837125 w 12191997"/>
              <a:gd name="connsiteY34" fmla="*/ 4145468 h 6857999"/>
              <a:gd name="connsiteX35" fmla="*/ 5837125 w 12191997"/>
              <a:gd name="connsiteY35" fmla="*/ 3139629 h 6857999"/>
              <a:gd name="connsiteX36" fmla="*/ 11105811 w 12191997"/>
              <a:gd name="connsiteY36" fmla="*/ 2636708 h 6857999"/>
              <a:gd name="connsiteX37" fmla="*/ 10099971 w 12191997"/>
              <a:gd name="connsiteY37" fmla="*/ 3139628 h 6857999"/>
              <a:gd name="connsiteX38" fmla="*/ 10099971 w 12191997"/>
              <a:gd name="connsiteY38" fmla="*/ 4145468 h 6857999"/>
              <a:gd name="connsiteX39" fmla="*/ 11105811 w 12191997"/>
              <a:gd name="connsiteY39" fmla="*/ 4648388 h 6857999"/>
              <a:gd name="connsiteX40" fmla="*/ 12111651 w 12191997"/>
              <a:gd name="connsiteY40" fmla="*/ 4145468 h 6857999"/>
              <a:gd name="connsiteX41" fmla="*/ 12111651 w 12191997"/>
              <a:gd name="connsiteY41" fmla="*/ 3139628 h 6857999"/>
              <a:gd name="connsiteX42" fmla="*/ 0 w 12191997"/>
              <a:gd name="connsiteY42" fmla="*/ 0 h 6857999"/>
              <a:gd name="connsiteX43" fmla="*/ 12191997 w 12191997"/>
              <a:gd name="connsiteY43" fmla="*/ 0 h 6857999"/>
              <a:gd name="connsiteX44" fmla="*/ 12191997 w 12191997"/>
              <a:gd name="connsiteY44" fmla="*/ 4246626 h 6857999"/>
              <a:gd name="connsiteX45" fmla="*/ 12155195 w 12191997"/>
              <a:gd name="connsiteY45" fmla="*/ 4228225 h 6857999"/>
              <a:gd name="connsiteX46" fmla="*/ 11149355 w 12191997"/>
              <a:gd name="connsiteY46" fmla="*/ 4731145 h 6857999"/>
              <a:gd name="connsiteX47" fmla="*/ 11149355 w 12191997"/>
              <a:gd name="connsiteY47" fmla="*/ 5736985 h 6857999"/>
              <a:gd name="connsiteX48" fmla="*/ 12155195 w 12191997"/>
              <a:gd name="connsiteY48" fmla="*/ 6239905 h 6857999"/>
              <a:gd name="connsiteX49" fmla="*/ 12191997 w 12191997"/>
              <a:gd name="connsiteY49" fmla="*/ 6221504 h 6857999"/>
              <a:gd name="connsiteX50" fmla="*/ 12191997 w 12191997"/>
              <a:gd name="connsiteY50" fmla="*/ 6857999 h 6857999"/>
              <a:gd name="connsiteX51" fmla="*/ 12111651 w 12191997"/>
              <a:gd name="connsiteY51" fmla="*/ 6857999 h 6857999"/>
              <a:gd name="connsiteX52" fmla="*/ 12111651 w 12191997"/>
              <a:gd name="connsiteY52" fmla="*/ 6314037 h 6857999"/>
              <a:gd name="connsiteX53" fmla="*/ 11105811 w 12191997"/>
              <a:gd name="connsiteY53" fmla="*/ 5811117 h 6857999"/>
              <a:gd name="connsiteX54" fmla="*/ 10099971 w 12191997"/>
              <a:gd name="connsiteY54" fmla="*/ 6314037 h 6857999"/>
              <a:gd name="connsiteX55" fmla="*/ 10099971 w 12191997"/>
              <a:gd name="connsiteY55" fmla="*/ 6857999 h 6857999"/>
              <a:gd name="connsiteX56" fmla="*/ 10021594 w 12191997"/>
              <a:gd name="connsiteY56" fmla="*/ 6857999 h 6857999"/>
              <a:gd name="connsiteX57" fmla="*/ 10021594 w 12191997"/>
              <a:gd name="connsiteY57" fmla="*/ 6314037 h 6857999"/>
              <a:gd name="connsiteX58" fmla="*/ 9015754 w 12191997"/>
              <a:gd name="connsiteY58" fmla="*/ 5811117 h 6857999"/>
              <a:gd name="connsiteX59" fmla="*/ 8009914 w 12191997"/>
              <a:gd name="connsiteY59" fmla="*/ 6314037 h 6857999"/>
              <a:gd name="connsiteX60" fmla="*/ 8009914 w 12191997"/>
              <a:gd name="connsiteY60" fmla="*/ 6857999 h 6857999"/>
              <a:gd name="connsiteX61" fmla="*/ 7931537 w 12191997"/>
              <a:gd name="connsiteY61" fmla="*/ 6857999 h 6857999"/>
              <a:gd name="connsiteX62" fmla="*/ 7931537 w 12191997"/>
              <a:gd name="connsiteY62" fmla="*/ 6314037 h 6857999"/>
              <a:gd name="connsiteX63" fmla="*/ 6925697 w 12191997"/>
              <a:gd name="connsiteY63" fmla="*/ 5811117 h 6857999"/>
              <a:gd name="connsiteX64" fmla="*/ 5919857 w 12191997"/>
              <a:gd name="connsiteY64" fmla="*/ 6314037 h 6857999"/>
              <a:gd name="connsiteX65" fmla="*/ 5919857 w 12191997"/>
              <a:gd name="connsiteY65" fmla="*/ 6857999 h 6857999"/>
              <a:gd name="connsiteX66" fmla="*/ 5841481 w 12191997"/>
              <a:gd name="connsiteY66" fmla="*/ 6857999 h 6857999"/>
              <a:gd name="connsiteX67" fmla="*/ 5841481 w 12191997"/>
              <a:gd name="connsiteY67" fmla="*/ 6314037 h 6857999"/>
              <a:gd name="connsiteX68" fmla="*/ 4835641 w 12191997"/>
              <a:gd name="connsiteY68" fmla="*/ 5811117 h 6857999"/>
              <a:gd name="connsiteX69" fmla="*/ 3829802 w 12191997"/>
              <a:gd name="connsiteY69" fmla="*/ 6314037 h 6857999"/>
              <a:gd name="connsiteX70" fmla="*/ 3829802 w 12191997"/>
              <a:gd name="connsiteY70" fmla="*/ 6857999 h 6857999"/>
              <a:gd name="connsiteX71" fmla="*/ 0 w 12191997"/>
              <a:gd name="connsiteY71"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12191997" h="6857999">
                <a:moveTo>
                  <a:pt x="10063687" y="4228225"/>
                </a:moveTo>
                <a:lnTo>
                  <a:pt x="9057847" y="4731145"/>
                </a:lnTo>
                <a:lnTo>
                  <a:pt x="9057847" y="5736985"/>
                </a:lnTo>
                <a:lnTo>
                  <a:pt x="10063687" y="6239905"/>
                </a:lnTo>
                <a:lnTo>
                  <a:pt x="11069527" y="5736985"/>
                </a:lnTo>
                <a:lnTo>
                  <a:pt x="11069527" y="4731145"/>
                </a:lnTo>
                <a:close/>
                <a:moveTo>
                  <a:pt x="7972178" y="4228225"/>
                </a:moveTo>
                <a:lnTo>
                  <a:pt x="6966338" y="4731145"/>
                </a:lnTo>
                <a:lnTo>
                  <a:pt x="6966338" y="5736985"/>
                </a:lnTo>
                <a:lnTo>
                  <a:pt x="7972178" y="6239905"/>
                </a:lnTo>
                <a:lnTo>
                  <a:pt x="8978018" y="5736985"/>
                </a:lnTo>
                <a:lnTo>
                  <a:pt x="8978018" y="4731145"/>
                </a:lnTo>
                <a:close/>
                <a:moveTo>
                  <a:pt x="5880669" y="4228225"/>
                </a:moveTo>
                <a:lnTo>
                  <a:pt x="4874829" y="4731145"/>
                </a:lnTo>
                <a:lnTo>
                  <a:pt x="4874829" y="5736985"/>
                </a:lnTo>
                <a:lnTo>
                  <a:pt x="5880669" y="6239905"/>
                </a:lnTo>
                <a:lnTo>
                  <a:pt x="6886509" y="5736985"/>
                </a:lnTo>
                <a:lnTo>
                  <a:pt x="6886509" y="4731145"/>
                </a:lnTo>
                <a:close/>
                <a:moveTo>
                  <a:pt x="9014303" y="2636708"/>
                </a:moveTo>
                <a:lnTo>
                  <a:pt x="8008463" y="3139628"/>
                </a:lnTo>
                <a:lnTo>
                  <a:pt x="8008463" y="4145468"/>
                </a:lnTo>
                <a:lnTo>
                  <a:pt x="9014303" y="4648388"/>
                </a:lnTo>
                <a:lnTo>
                  <a:pt x="10020143" y="4145468"/>
                </a:lnTo>
                <a:lnTo>
                  <a:pt x="10020143" y="3139628"/>
                </a:lnTo>
                <a:close/>
                <a:moveTo>
                  <a:pt x="6922794" y="2636708"/>
                </a:moveTo>
                <a:lnTo>
                  <a:pt x="5916954" y="3139629"/>
                </a:lnTo>
                <a:lnTo>
                  <a:pt x="5916954" y="4145468"/>
                </a:lnTo>
                <a:lnTo>
                  <a:pt x="6922794" y="4648388"/>
                </a:lnTo>
                <a:lnTo>
                  <a:pt x="7928634" y="4145468"/>
                </a:lnTo>
                <a:lnTo>
                  <a:pt x="7928634" y="3139629"/>
                </a:lnTo>
                <a:close/>
                <a:moveTo>
                  <a:pt x="4831286" y="2636708"/>
                </a:moveTo>
                <a:lnTo>
                  <a:pt x="3825446" y="3139629"/>
                </a:lnTo>
                <a:lnTo>
                  <a:pt x="3825446" y="4145468"/>
                </a:lnTo>
                <a:lnTo>
                  <a:pt x="4831286" y="4648388"/>
                </a:lnTo>
                <a:lnTo>
                  <a:pt x="5837125" y="4145468"/>
                </a:lnTo>
                <a:lnTo>
                  <a:pt x="5837125" y="3139629"/>
                </a:lnTo>
                <a:close/>
                <a:moveTo>
                  <a:pt x="11105811" y="2636708"/>
                </a:moveTo>
                <a:lnTo>
                  <a:pt x="10099971" y="3139628"/>
                </a:lnTo>
                <a:lnTo>
                  <a:pt x="10099971" y="4145468"/>
                </a:lnTo>
                <a:lnTo>
                  <a:pt x="11105811" y="4648388"/>
                </a:lnTo>
                <a:lnTo>
                  <a:pt x="12111651" y="4145468"/>
                </a:lnTo>
                <a:lnTo>
                  <a:pt x="12111651" y="3139628"/>
                </a:lnTo>
                <a:close/>
                <a:moveTo>
                  <a:pt x="0" y="0"/>
                </a:moveTo>
                <a:lnTo>
                  <a:pt x="12191997" y="0"/>
                </a:lnTo>
                <a:lnTo>
                  <a:pt x="12191997" y="4246626"/>
                </a:lnTo>
                <a:lnTo>
                  <a:pt x="12155195" y="4228225"/>
                </a:lnTo>
                <a:lnTo>
                  <a:pt x="11149355" y="4731145"/>
                </a:lnTo>
                <a:lnTo>
                  <a:pt x="11149355" y="5736985"/>
                </a:lnTo>
                <a:lnTo>
                  <a:pt x="12155195" y="6239905"/>
                </a:lnTo>
                <a:lnTo>
                  <a:pt x="12191997" y="6221504"/>
                </a:lnTo>
                <a:lnTo>
                  <a:pt x="12191997" y="6857999"/>
                </a:lnTo>
                <a:lnTo>
                  <a:pt x="12111651" y="6857999"/>
                </a:lnTo>
                <a:lnTo>
                  <a:pt x="12111651" y="6314037"/>
                </a:lnTo>
                <a:lnTo>
                  <a:pt x="11105811" y="5811117"/>
                </a:lnTo>
                <a:lnTo>
                  <a:pt x="10099971" y="6314037"/>
                </a:lnTo>
                <a:lnTo>
                  <a:pt x="10099971" y="6857999"/>
                </a:lnTo>
                <a:lnTo>
                  <a:pt x="10021594" y="6857999"/>
                </a:lnTo>
                <a:lnTo>
                  <a:pt x="10021594" y="6314037"/>
                </a:lnTo>
                <a:lnTo>
                  <a:pt x="9015754" y="5811117"/>
                </a:lnTo>
                <a:lnTo>
                  <a:pt x="8009914" y="6314037"/>
                </a:lnTo>
                <a:lnTo>
                  <a:pt x="8009914" y="6857999"/>
                </a:lnTo>
                <a:lnTo>
                  <a:pt x="7931537" y="6857999"/>
                </a:lnTo>
                <a:lnTo>
                  <a:pt x="7931537" y="6314037"/>
                </a:lnTo>
                <a:lnTo>
                  <a:pt x="6925697" y="5811117"/>
                </a:lnTo>
                <a:lnTo>
                  <a:pt x="5919857" y="6314037"/>
                </a:lnTo>
                <a:lnTo>
                  <a:pt x="5919857" y="6857999"/>
                </a:lnTo>
                <a:lnTo>
                  <a:pt x="5841481" y="6857999"/>
                </a:lnTo>
                <a:lnTo>
                  <a:pt x="5841481" y="6314037"/>
                </a:lnTo>
                <a:lnTo>
                  <a:pt x="4835641" y="5811117"/>
                </a:lnTo>
                <a:lnTo>
                  <a:pt x="3829802" y="6314037"/>
                </a:lnTo>
                <a:lnTo>
                  <a:pt x="3829802" y="6857999"/>
                </a:lnTo>
                <a:lnTo>
                  <a:pt x="0" y="6857999"/>
                </a:lnTo>
                <a:close/>
              </a:path>
            </a:pathLst>
          </a:custGeom>
          <a:solidFill>
            <a:schemeClr val="bg2">
              <a:lumMod val="50000"/>
            </a:schemeClr>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7" name="Rectangle 6">
            <a:extLst>
              <a:ext uri="{FF2B5EF4-FFF2-40B4-BE49-F238E27FC236}">
                <a16:creationId xmlns:a16="http://schemas.microsoft.com/office/drawing/2014/main" id="{424E4A8C-7ADB-17AA-B30D-ACBA9E7C0F9B}"/>
              </a:ext>
            </a:extLst>
          </p:cNvPr>
          <p:cNvSpPr/>
          <p:nvPr userDrawn="1"/>
        </p:nvSpPr>
        <p:spPr>
          <a:xfrm>
            <a:off x="177800" y="0"/>
            <a:ext cx="3543300" cy="5499100"/>
          </a:xfrm>
          <a:prstGeom prst="rect">
            <a:avLst/>
          </a:prstGeom>
          <a:solidFill>
            <a:srgbClr val="231F20">
              <a:alpha val="69000"/>
            </a:srgbClr>
          </a:solid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UST" descr="UST">
            <a:extLst>
              <a:ext uri="{FF2B5EF4-FFF2-40B4-BE49-F238E27FC236}">
                <a16:creationId xmlns:a16="http://schemas.microsoft.com/office/drawing/2014/main" id="{1EDDB989-95B7-1838-C448-C76BB03E1C57}"/>
              </a:ext>
            </a:extLst>
          </p:cNvPr>
          <p:cNvSpPr>
            <a:spLocks noChangeAspect="1" noEditPoints="1"/>
          </p:cNvSpPr>
          <p:nvPr userDrawn="1"/>
        </p:nvSpPr>
        <p:spPr bwMode="black">
          <a:xfrm>
            <a:off x="11059157" y="434378"/>
            <a:ext cx="640080" cy="70818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pic>
        <p:nvPicPr>
          <p:cNvPr id="6" name="Picture 5" descr="A blue logo with a black background&#10;&#10;Description automatically generated">
            <a:extLst>
              <a:ext uri="{FF2B5EF4-FFF2-40B4-BE49-F238E27FC236}">
                <a16:creationId xmlns:a16="http://schemas.microsoft.com/office/drawing/2014/main" id="{328AF0F2-6229-84CB-958D-6E42FE27AB75}"/>
              </a:ext>
            </a:extLst>
          </p:cNvPr>
          <p:cNvPicPr>
            <a:picLocks noChangeAspect="1"/>
          </p:cNvPicPr>
          <p:nvPr userDrawn="1"/>
        </p:nvPicPr>
        <p:blipFill>
          <a:blip r:embed="rId3"/>
          <a:stretch>
            <a:fillRect/>
          </a:stretch>
        </p:blipFill>
        <p:spPr>
          <a:xfrm>
            <a:off x="1351786" y="269278"/>
            <a:ext cx="1195329" cy="1097280"/>
          </a:xfrm>
          <a:prstGeom prst="rect">
            <a:avLst/>
          </a:prstGeom>
        </p:spPr>
      </p:pic>
      <p:cxnSp>
        <p:nvCxnSpPr>
          <p:cNvPr id="8" name="Straight Connector 7">
            <a:extLst>
              <a:ext uri="{FF2B5EF4-FFF2-40B4-BE49-F238E27FC236}">
                <a16:creationId xmlns:a16="http://schemas.microsoft.com/office/drawing/2014/main" id="{B0FB3FE6-6CFD-2AE9-8FEC-8FC1D6BEEBFA}"/>
              </a:ext>
            </a:extLst>
          </p:cNvPr>
          <p:cNvCxnSpPr>
            <a:cxnSpLocks/>
          </p:cNvCxnSpPr>
          <p:nvPr userDrawn="1"/>
        </p:nvCxnSpPr>
        <p:spPr>
          <a:xfrm>
            <a:off x="943610" y="1694205"/>
            <a:ext cx="2011680" cy="0"/>
          </a:xfrm>
          <a:prstGeom prst="line">
            <a:avLst/>
          </a:prstGeom>
          <a:ln>
            <a:headEnd type="oval" w="med" len="med"/>
            <a:tailEnd type="oval" w="med" len="med"/>
          </a:ln>
        </p:spPr>
        <p:style>
          <a:lnRef idx="1">
            <a:schemeClr val="accent5"/>
          </a:lnRef>
          <a:fillRef idx="0">
            <a:schemeClr val="accent5"/>
          </a:fillRef>
          <a:effectRef idx="0">
            <a:schemeClr val="accent5"/>
          </a:effectRef>
          <a:fontRef idx="minor">
            <a:schemeClr val="tx1"/>
          </a:fontRef>
        </p:style>
      </p:cxnSp>
      <p:sp>
        <p:nvSpPr>
          <p:cNvPr id="12" name="Text Placeholder 11">
            <a:extLst>
              <a:ext uri="{FF2B5EF4-FFF2-40B4-BE49-F238E27FC236}">
                <a16:creationId xmlns:a16="http://schemas.microsoft.com/office/drawing/2014/main" id="{73209E91-F4C9-6A5B-47AF-18494E1B9781}"/>
              </a:ext>
            </a:extLst>
          </p:cNvPr>
          <p:cNvSpPr>
            <a:spLocks noGrp="1"/>
          </p:cNvSpPr>
          <p:nvPr>
            <p:ph type="body" sz="quarter" idx="10" hasCustomPrompt="1"/>
          </p:nvPr>
        </p:nvSpPr>
        <p:spPr>
          <a:xfrm>
            <a:off x="419100" y="2021852"/>
            <a:ext cx="3060700" cy="2438400"/>
          </a:xfrm>
          <a:noFill/>
          <a:ln>
            <a:noFill/>
          </a:ln>
        </p:spPr>
        <p:txBody>
          <a:bodyPr anchor="ctr">
            <a:normAutofit/>
          </a:bodyPr>
          <a:lstStyle>
            <a:lvl1pPr marL="0" indent="0" algn="ctr">
              <a:buNone/>
              <a:defRPr sz="2000" b="1">
                <a:solidFill>
                  <a:schemeClr val="bg1">
                    <a:lumMod val="25000"/>
                    <a:lumOff val="75000"/>
                  </a:schemeClr>
                </a:solidFill>
              </a:defRPr>
            </a:lvl1pPr>
            <a:lvl5pPr marL="731520" indent="0">
              <a:buNone/>
              <a:defRPr sz="2000" b="1">
                <a:solidFill>
                  <a:schemeClr val="bg1">
                    <a:lumMod val="85000"/>
                  </a:schemeClr>
                </a:solidFill>
              </a:defRPr>
            </a:lvl5pPr>
          </a:lstStyle>
          <a:p>
            <a:pPr lvl="0"/>
            <a:r>
              <a:rPr lang="en-US"/>
              <a:t>Click to edit Heading</a:t>
            </a:r>
          </a:p>
        </p:txBody>
      </p:sp>
      <p:sp>
        <p:nvSpPr>
          <p:cNvPr id="14" name="Text Placeholder 13">
            <a:extLst>
              <a:ext uri="{FF2B5EF4-FFF2-40B4-BE49-F238E27FC236}">
                <a16:creationId xmlns:a16="http://schemas.microsoft.com/office/drawing/2014/main" id="{89F93DB4-F40B-1A40-8112-C7A6006F3B07}"/>
              </a:ext>
            </a:extLst>
          </p:cNvPr>
          <p:cNvSpPr>
            <a:spLocks noGrp="1"/>
          </p:cNvSpPr>
          <p:nvPr>
            <p:ph type="body" sz="quarter" idx="11" hasCustomPrompt="1"/>
          </p:nvPr>
        </p:nvSpPr>
        <p:spPr>
          <a:xfrm>
            <a:off x="419100" y="4787900"/>
            <a:ext cx="3060700" cy="393700"/>
          </a:xfrm>
        </p:spPr>
        <p:txBody>
          <a:bodyPr/>
          <a:lstStyle>
            <a:lvl1pPr marL="0" indent="0" algn="r">
              <a:buNone/>
              <a:defRPr i="1">
                <a:solidFill>
                  <a:schemeClr val="bg1">
                    <a:lumMod val="25000"/>
                    <a:lumOff val="75000"/>
                  </a:schemeClr>
                </a:solidFill>
              </a:defRPr>
            </a:lvl1pPr>
            <a:lvl2pPr marL="182880" indent="0" algn="r">
              <a:buNone/>
              <a:defRPr>
                <a:solidFill>
                  <a:schemeClr val="bg1">
                    <a:lumMod val="85000"/>
                  </a:schemeClr>
                </a:solidFill>
              </a:defRPr>
            </a:lvl2pPr>
            <a:lvl3pPr marL="365760" indent="0" algn="r">
              <a:buNone/>
              <a:defRPr>
                <a:solidFill>
                  <a:schemeClr val="bg1">
                    <a:lumMod val="85000"/>
                  </a:schemeClr>
                </a:solidFill>
              </a:defRPr>
            </a:lvl3pPr>
            <a:lvl4pPr marL="548640" indent="0" algn="r">
              <a:buNone/>
              <a:defRPr>
                <a:solidFill>
                  <a:schemeClr val="bg1">
                    <a:lumMod val="85000"/>
                  </a:schemeClr>
                </a:solidFill>
              </a:defRPr>
            </a:lvl4pPr>
            <a:lvl5pPr marL="731520" indent="0" algn="r">
              <a:buNone/>
              <a:defRPr>
                <a:solidFill>
                  <a:schemeClr val="bg1">
                    <a:lumMod val="85000"/>
                  </a:schemeClr>
                </a:solidFill>
              </a:defRPr>
            </a:lvl5pPr>
          </a:lstStyle>
          <a:p>
            <a:pPr lvl="0"/>
            <a:r>
              <a:rPr lang="en-US"/>
              <a:t>Click to edit date</a:t>
            </a:r>
          </a:p>
        </p:txBody>
      </p:sp>
    </p:spTree>
    <p:extLst>
      <p:ext uri="{BB962C8B-B14F-4D97-AF65-F5344CB8AC3E}">
        <p14:creationId xmlns:p14="http://schemas.microsoft.com/office/powerpoint/2010/main" val="10141937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pic>
        <p:nvPicPr>
          <p:cNvPr id="3" name="Picture Placeholder 4">
            <a:extLst>
              <a:ext uri="{FF2B5EF4-FFF2-40B4-BE49-F238E27FC236}">
                <a16:creationId xmlns:a16="http://schemas.microsoft.com/office/drawing/2014/main" id="{AA13313A-7A1A-ABDE-FA92-9F482E2BAA16}"/>
              </a:ext>
            </a:extLst>
          </p:cNvPr>
          <p:cNvPicPr>
            <a:picLocks noChangeAspect="1"/>
          </p:cNvPicPr>
          <p:nvPr userDrawn="1"/>
        </p:nvPicPr>
        <p:blipFill rotWithShape="1">
          <a:blip r:embed="rId2"/>
          <a:srcRect/>
          <a:stretch/>
        </p:blipFill>
        <p:spPr>
          <a:xfrm>
            <a:off x="0" y="0"/>
            <a:ext cx="12192002" cy="6858000"/>
          </a:xfrm>
          <a:prstGeom prst="rect">
            <a:avLst/>
          </a:prstGeom>
          <a:noFill/>
        </p:spPr>
      </p:pic>
      <p:sp>
        <p:nvSpPr>
          <p:cNvPr id="20" name="Freeform: Shape 19">
            <a:extLst>
              <a:ext uri="{FF2B5EF4-FFF2-40B4-BE49-F238E27FC236}">
                <a16:creationId xmlns:a16="http://schemas.microsoft.com/office/drawing/2014/main" id="{0A7F8C27-F025-F1FE-5007-D654D87DE71B}"/>
              </a:ext>
            </a:extLst>
          </p:cNvPr>
          <p:cNvSpPr/>
          <p:nvPr userDrawn="1"/>
        </p:nvSpPr>
        <p:spPr>
          <a:xfrm rot="2700000">
            <a:off x="-639190" y="-3306192"/>
            <a:ext cx="13470383" cy="13470384"/>
          </a:xfrm>
          <a:custGeom>
            <a:avLst/>
            <a:gdLst>
              <a:gd name="connsiteX0" fmla="*/ 7768937 w 13470383"/>
              <a:gd name="connsiteY0" fmla="*/ 8089556 h 13470384"/>
              <a:gd name="connsiteX1" fmla="*/ 7768938 w 13470383"/>
              <a:gd name="connsiteY1" fmla="*/ 8736134 h 13470384"/>
              <a:gd name="connsiteX2" fmla="*/ 8415516 w 13470383"/>
              <a:gd name="connsiteY2" fmla="*/ 8736134 h 13470384"/>
              <a:gd name="connsiteX3" fmla="*/ 8415516 w 13470383"/>
              <a:gd name="connsiteY3" fmla="*/ 8089556 h 13470384"/>
              <a:gd name="connsiteX4" fmla="*/ 7768937 w 13470383"/>
              <a:gd name="connsiteY4" fmla="*/ 8089556 h 13470384"/>
              <a:gd name="connsiteX5" fmla="*/ 6926505 w 13470383"/>
              <a:gd name="connsiteY5" fmla="*/ 6794048 h 13470384"/>
              <a:gd name="connsiteX6" fmla="*/ 6926505 w 13470383"/>
              <a:gd name="connsiteY6" fmla="*/ 7763916 h 13470384"/>
              <a:gd name="connsiteX7" fmla="*/ 7896373 w 13470383"/>
              <a:gd name="connsiteY7" fmla="*/ 7763916 h 13470384"/>
              <a:gd name="connsiteX8" fmla="*/ 7896373 w 13470383"/>
              <a:gd name="connsiteY8" fmla="*/ 6794048 h 13470384"/>
              <a:gd name="connsiteX9" fmla="*/ 6926505 w 13470383"/>
              <a:gd name="connsiteY9" fmla="*/ 6794048 h 13470384"/>
              <a:gd name="connsiteX10" fmla="*/ 9067533 w 13470383"/>
              <a:gd name="connsiteY10" fmla="*/ 1798016 h 13470384"/>
              <a:gd name="connsiteX11" fmla="*/ 9067533 w 13470383"/>
              <a:gd name="connsiteY11" fmla="*/ 2767884 h 13470384"/>
              <a:gd name="connsiteX12" fmla="*/ 10037400 w 13470383"/>
              <a:gd name="connsiteY12" fmla="*/ 2767884 h 13470384"/>
              <a:gd name="connsiteX13" fmla="*/ 10037401 w 13470383"/>
              <a:gd name="connsiteY13" fmla="*/ 1798017 h 13470384"/>
              <a:gd name="connsiteX14" fmla="*/ 9067533 w 13470383"/>
              <a:gd name="connsiteY14" fmla="*/ 1798016 h 13470384"/>
              <a:gd name="connsiteX15" fmla="*/ 8398356 w 13470383"/>
              <a:gd name="connsiteY15" fmla="*/ 668462 h 13470384"/>
              <a:gd name="connsiteX16" fmla="*/ 8398356 w 13470383"/>
              <a:gd name="connsiteY16" fmla="*/ 1315040 h 13470384"/>
              <a:gd name="connsiteX17" fmla="*/ 9044934 w 13470383"/>
              <a:gd name="connsiteY17" fmla="*/ 1315040 h 13470384"/>
              <a:gd name="connsiteX18" fmla="*/ 9044934 w 13470383"/>
              <a:gd name="connsiteY18" fmla="*/ 668462 h 13470384"/>
              <a:gd name="connsiteX19" fmla="*/ 8398356 w 13470383"/>
              <a:gd name="connsiteY19" fmla="*/ 668462 h 13470384"/>
              <a:gd name="connsiteX20" fmla="*/ 0 w 13470383"/>
              <a:gd name="connsiteY20" fmla="*/ 8621045 h 13470384"/>
              <a:gd name="connsiteX21" fmla="*/ 5105340 w 13470383"/>
              <a:gd name="connsiteY21" fmla="*/ 3515704 h 13470384"/>
              <a:gd name="connsiteX22" fmla="*/ 5105340 w 13470383"/>
              <a:gd name="connsiteY22" fmla="*/ 5941576 h 13470384"/>
              <a:gd name="connsiteX23" fmla="*/ 5589765 w 13470383"/>
              <a:gd name="connsiteY23" fmla="*/ 6426001 h 13470384"/>
              <a:gd name="connsiteX24" fmla="*/ 7527402 w 13470383"/>
              <a:gd name="connsiteY24" fmla="*/ 6426000 h 13470384"/>
              <a:gd name="connsiteX25" fmla="*/ 8011826 w 13470383"/>
              <a:gd name="connsiteY25" fmla="*/ 5941576 h 13470384"/>
              <a:gd name="connsiteX26" fmla="*/ 8011826 w 13470383"/>
              <a:gd name="connsiteY26" fmla="*/ 609218 h 13470384"/>
              <a:gd name="connsiteX27" fmla="*/ 8621045 w 13470383"/>
              <a:gd name="connsiteY27" fmla="*/ 0 h 13470384"/>
              <a:gd name="connsiteX28" fmla="*/ 13470383 w 13470383"/>
              <a:gd name="connsiteY28" fmla="*/ 4849338 h 13470384"/>
              <a:gd name="connsiteX29" fmla="*/ 11649681 w 13470383"/>
              <a:gd name="connsiteY29" fmla="*/ 6670040 h 13470384"/>
              <a:gd name="connsiteX30" fmla="*/ 11649681 w 13470383"/>
              <a:gd name="connsiteY30" fmla="*/ 3671133 h 13470384"/>
              <a:gd name="connsiteX31" fmla="*/ 11165257 w 13470383"/>
              <a:gd name="connsiteY31" fmla="*/ 3186709 h 13470384"/>
              <a:gd name="connsiteX32" fmla="*/ 9227619 w 13470383"/>
              <a:gd name="connsiteY32" fmla="*/ 3186709 h 13470384"/>
              <a:gd name="connsiteX33" fmla="*/ 8743195 w 13470383"/>
              <a:gd name="connsiteY33" fmla="*/ 3671133 h 13470384"/>
              <a:gd name="connsiteX34" fmla="*/ 8743195 w 13470383"/>
              <a:gd name="connsiteY34" fmla="*/ 9576526 h 13470384"/>
              <a:gd name="connsiteX35" fmla="*/ 4849338 w 13470383"/>
              <a:gd name="connsiteY35" fmla="*/ 13470384 h 13470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470383" h="13470384">
                <a:moveTo>
                  <a:pt x="7768937" y="8089556"/>
                </a:moveTo>
                <a:cubicBezTo>
                  <a:pt x="7590390" y="8268104"/>
                  <a:pt x="7590390" y="8557586"/>
                  <a:pt x="7768938" y="8736134"/>
                </a:cubicBezTo>
                <a:cubicBezTo>
                  <a:pt x="7947486" y="8914682"/>
                  <a:pt x="8236968" y="8914682"/>
                  <a:pt x="8415516" y="8736134"/>
                </a:cubicBezTo>
                <a:cubicBezTo>
                  <a:pt x="8594064" y="8557586"/>
                  <a:pt x="8594064" y="8268104"/>
                  <a:pt x="8415516" y="8089556"/>
                </a:cubicBezTo>
                <a:cubicBezTo>
                  <a:pt x="8236968" y="7911008"/>
                  <a:pt x="7947485" y="7911008"/>
                  <a:pt x="7768937" y="8089556"/>
                </a:cubicBezTo>
                <a:close/>
                <a:moveTo>
                  <a:pt x="6926505" y="6794048"/>
                </a:moveTo>
                <a:cubicBezTo>
                  <a:pt x="6658683" y="7061870"/>
                  <a:pt x="6658683" y="7496094"/>
                  <a:pt x="6926505" y="7763916"/>
                </a:cubicBezTo>
                <a:cubicBezTo>
                  <a:pt x="7194327" y="8031737"/>
                  <a:pt x="7628551" y="8031737"/>
                  <a:pt x="7896373" y="7763916"/>
                </a:cubicBezTo>
                <a:cubicBezTo>
                  <a:pt x="8164194" y="7496094"/>
                  <a:pt x="8164194" y="7061870"/>
                  <a:pt x="7896373" y="6794048"/>
                </a:cubicBezTo>
                <a:cubicBezTo>
                  <a:pt x="7628551" y="6526226"/>
                  <a:pt x="7194327" y="6526226"/>
                  <a:pt x="6926505" y="6794048"/>
                </a:cubicBezTo>
                <a:close/>
                <a:moveTo>
                  <a:pt x="9067533" y="1798016"/>
                </a:moveTo>
                <a:cubicBezTo>
                  <a:pt x="8799711" y="2065838"/>
                  <a:pt x="8799711" y="2500062"/>
                  <a:pt x="9067533" y="2767884"/>
                </a:cubicBezTo>
                <a:cubicBezTo>
                  <a:pt x="9335354" y="3035705"/>
                  <a:pt x="9769579" y="3035705"/>
                  <a:pt x="10037400" y="2767884"/>
                </a:cubicBezTo>
                <a:cubicBezTo>
                  <a:pt x="10305222" y="2500062"/>
                  <a:pt x="10305222" y="2065838"/>
                  <a:pt x="10037401" y="1798017"/>
                </a:cubicBezTo>
                <a:cubicBezTo>
                  <a:pt x="9769579" y="1530195"/>
                  <a:pt x="9335354" y="1530195"/>
                  <a:pt x="9067533" y="1798016"/>
                </a:cubicBezTo>
                <a:close/>
                <a:moveTo>
                  <a:pt x="8398356" y="668462"/>
                </a:moveTo>
                <a:cubicBezTo>
                  <a:pt x="8219808" y="847010"/>
                  <a:pt x="8219808" y="1136492"/>
                  <a:pt x="8398356" y="1315040"/>
                </a:cubicBezTo>
                <a:cubicBezTo>
                  <a:pt x="8576904" y="1493588"/>
                  <a:pt x="8866386" y="1493588"/>
                  <a:pt x="9044934" y="1315040"/>
                </a:cubicBezTo>
                <a:cubicBezTo>
                  <a:pt x="9223482" y="1136492"/>
                  <a:pt x="9223482" y="847010"/>
                  <a:pt x="9044934" y="668462"/>
                </a:cubicBezTo>
                <a:cubicBezTo>
                  <a:pt x="8866386" y="489914"/>
                  <a:pt x="8576904" y="489914"/>
                  <a:pt x="8398356" y="668462"/>
                </a:cubicBezTo>
                <a:close/>
                <a:moveTo>
                  <a:pt x="0" y="8621045"/>
                </a:moveTo>
                <a:lnTo>
                  <a:pt x="5105340" y="3515704"/>
                </a:lnTo>
                <a:lnTo>
                  <a:pt x="5105340" y="5941576"/>
                </a:lnTo>
                <a:cubicBezTo>
                  <a:pt x="5105340" y="6209116"/>
                  <a:pt x="5322224" y="6426001"/>
                  <a:pt x="5589765" y="6426001"/>
                </a:cubicBezTo>
                <a:lnTo>
                  <a:pt x="7527402" y="6426000"/>
                </a:lnTo>
                <a:cubicBezTo>
                  <a:pt x="7794943" y="6426000"/>
                  <a:pt x="8011826" y="6209116"/>
                  <a:pt x="8011826" y="5941576"/>
                </a:cubicBezTo>
                <a:lnTo>
                  <a:pt x="8011826" y="609218"/>
                </a:lnTo>
                <a:lnTo>
                  <a:pt x="8621045" y="0"/>
                </a:lnTo>
                <a:lnTo>
                  <a:pt x="13470383" y="4849338"/>
                </a:lnTo>
                <a:lnTo>
                  <a:pt x="11649681" y="6670040"/>
                </a:lnTo>
                <a:lnTo>
                  <a:pt x="11649681" y="3671133"/>
                </a:lnTo>
                <a:cubicBezTo>
                  <a:pt x="11649681" y="3403594"/>
                  <a:pt x="11432797" y="3186709"/>
                  <a:pt x="11165257" y="3186709"/>
                </a:cubicBezTo>
                <a:lnTo>
                  <a:pt x="9227619" y="3186709"/>
                </a:lnTo>
                <a:cubicBezTo>
                  <a:pt x="8960079" y="3186709"/>
                  <a:pt x="8743195" y="3403593"/>
                  <a:pt x="8743195" y="3671133"/>
                </a:cubicBezTo>
                <a:lnTo>
                  <a:pt x="8743195" y="9576526"/>
                </a:lnTo>
                <a:lnTo>
                  <a:pt x="4849338" y="13470384"/>
                </a:lnTo>
                <a:close/>
              </a:path>
            </a:pathLst>
          </a:custGeom>
          <a:solidFill>
            <a:schemeClr val="tx2">
              <a:lumMod val="50000"/>
            </a:schemeClr>
          </a:solidFill>
          <a:ln>
            <a:noFill/>
          </a:ln>
        </p:spPr>
        <p:style>
          <a:lnRef idx="0">
            <a:schemeClr val="accent1"/>
          </a:lnRef>
          <a:fillRef idx="1">
            <a:schemeClr val="accent1"/>
          </a:fillRef>
          <a:effectRef idx="0">
            <a:srgbClr val="000000"/>
          </a:effectRef>
          <a:fontRef idx="minor">
            <a:schemeClr val="bg1"/>
          </a:fontRef>
        </p:style>
        <p:txBody>
          <a:bodyPr wrap="square" rtlCol="0" anchor="ctr">
            <a:noAutofit/>
          </a:bodyPr>
          <a:lstStyle/>
          <a:p>
            <a:pPr algn="ctr">
              <a:lnSpc>
                <a:spcPct val="100000"/>
              </a:lnSpc>
            </a:pPr>
            <a:endParaRPr lang="en-US" sz="1800"/>
          </a:p>
        </p:txBody>
      </p:sp>
      <p:sp>
        <p:nvSpPr>
          <p:cNvPr id="5" name="UST" descr="UST">
            <a:extLst>
              <a:ext uri="{FF2B5EF4-FFF2-40B4-BE49-F238E27FC236}">
                <a16:creationId xmlns:a16="http://schemas.microsoft.com/office/drawing/2014/main" id="{C530EEB0-D46B-4E9D-8D5C-CAC3C9E7838A}"/>
              </a:ext>
            </a:extLst>
          </p:cNvPr>
          <p:cNvSpPr>
            <a:spLocks noChangeAspect="1" noEditPoints="1"/>
          </p:cNvSpPr>
          <p:nvPr userDrawn="1"/>
        </p:nvSpPr>
        <p:spPr bwMode="black">
          <a:xfrm>
            <a:off x="11236325" y="58324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9" name="Straight Connector 8">
            <a:extLst>
              <a:ext uri="{FF2B5EF4-FFF2-40B4-BE49-F238E27FC236}">
                <a16:creationId xmlns:a16="http://schemas.microsoft.com/office/drawing/2014/main" id="{D3AC9CFA-22D5-02D2-A48B-4BE88B3E406F}"/>
              </a:ext>
            </a:extLst>
          </p:cNvPr>
          <p:cNvCxnSpPr>
            <a:cxnSpLocks/>
          </p:cNvCxnSpPr>
          <p:nvPr userDrawn="1"/>
        </p:nvCxnSpPr>
        <p:spPr>
          <a:xfrm>
            <a:off x="1847691" y="1807964"/>
            <a:ext cx="2011680" cy="0"/>
          </a:xfrm>
          <a:prstGeom prst="line">
            <a:avLst/>
          </a:prstGeom>
          <a:ln>
            <a:headEnd type="oval" w="med" len="med"/>
            <a:tailEnd type="oval" w="med" len="med"/>
          </a:ln>
        </p:spPr>
        <p:style>
          <a:lnRef idx="1">
            <a:schemeClr val="accent5"/>
          </a:lnRef>
          <a:fillRef idx="0">
            <a:schemeClr val="accent5"/>
          </a:fillRef>
          <a:effectRef idx="0">
            <a:schemeClr val="accent5"/>
          </a:effectRef>
          <a:fontRef idx="minor">
            <a:schemeClr val="tx1"/>
          </a:fontRef>
        </p:style>
      </p:cxnSp>
      <p:sp>
        <p:nvSpPr>
          <p:cNvPr id="11" name="Picture Placeholder 10">
            <a:extLst>
              <a:ext uri="{FF2B5EF4-FFF2-40B4-BE49-F238E27FC236}">
                <a16:creationId xmlns:a16="http://schemas.microsoft.com/office/drawing/2014/main" id="{B2EF1952-0AB9-055F-7976-4868338F4E8B}"/>
              </a:ext>
            </a:extLst>
          </p:cNvPr>
          <p:cNvSpPr>
            <a:spLocks noGrp="1"/>
          </p:cNvSpPr>
          <p:nvPr>
            <p:ph type="pic" sz="quarter" idx="10"/>
          </p:nvPr>
        </p:nvSpPr>
        <p:spPr>
          <a:xfrm>
            <a:off x="2138362" y="420290"/>
            <a:ext cx="1430338" cy="1166813"/>
          </a:xfrm>
        </p:spPr>
        <p:txBody>
          <a:bodyPr/>
          <a:lstStyle/>
          <a:p>
            <a:endParaRPr lang="en-US"/>
          </a:p>
        </p:txBody>
      </p:sp>
      <p:sp>
        <p:nvSpPr>
          <p:cNvPr id="13" name="Text Placeholder 12">
            <a:extLst>
              <a:ext uri="{FF2B5EF4-FFF2-40B4-BE49-F238E27FC236}">
                <a16:creationId xmlns:a16="http://schemas.microsoft.com/office/drawing/2014/main" id="{5AFBC6DD-0652-707E-F951-7DBE3B6A4CFF}"/>
              </a:ext>
            </a:extLst>
          </p:cNvPr>
          <p:cNvSpPr>
            <a:spLocks noGrp="1"/>
          </p:cNvSpPr>
          <p:nvPr>
            <p:ph type="body" sz="quarter" idx="11" hasCustomPrompt="1"/>
          </p:nvPr>
        </p:nvSpPr>
        <p:spPr>
          <a:xfrm>
            <a:off x="546100" y="2028825"/>
            <a:ext cx="4614863" cy="2943225"/>
          </a:xfrm>
        </p:spPr>
        <p:txBody>
          <a:bodyPr anchor="ctr">
            <a:normAutofit/>
          </a:bodyPr>
          <a:lstStyle>
            <a:lvl1pPr marL="0" indent="0" algn="ctr">
              <a:buNone/>
              <a:defRPr sz="2000" b="1">
                <a:solidFill>
                  <a:schemeClr val="bg1"/>
                </a:solidFill>
              </a:defRPr>
            </a:lvl1pPr>
            <a:lvl2pPr>
              <a:defRPr sz="2000" b="1">
                <a:solidFill>
                  <a:schemeClr val="bg1"/>
                </a:solidFill>
              </a:defRPr>
            </a:lvl2pPr>
            <a:lvl3pPr>
              <a:defRPr sz="2000" b="1">
                <a:solidFill>
                  <a:schemeClr val="bg1"/>
                </a:solidFill>
              </a:defRPr>
            </a:lvl3pPr>
            <a:lvl4pPr>
              <a:defRPr sz="2000" b="1">
                <a:solidFill>
                  <a:schemeClr val="bg1"/>
                </a:solidFill>
              </a:defRPr>
            </a:lvl4pPr>
            <a:lvl5pPr>
              <a:defRPr sz="2000" b="1">
                <a:solidFill>
                  <a:schemeClr val="bg1"/>
                </a:solidFill>
              </a:defRPr>
            </a:lvl5pPr>
          </a:lstStyle>
          <a:p>
            <a:pPr lvl="0"/>
            <a:r>
              <a:rPr lang="en-US"/>
              <a:t>&lt;Slide Heading&gt;</a:t>
            </a:r>
          </a:p>
        </p:txBody>
      </p:sp>
      <p:sp>
        <p:nvSpPr>
          <p:cNvPr id="15" name="Text Placeholder 14">
            <a:extLst>
              <a:ext uri="{FF2B5EF4-FFF2-40B4-BE49-F238E27FC236}">
                <a16:creationId xmlns:a16="http://schemas.microsoft.com/office/drawing/2014/main" id="{A4F0D2DC-72ED-F88B-576A-94A725AD4BD4}"/>
              </a:ext>
            </a:extLst>
          </p:cNvPr>
          <p:cNvSpPr>
            <a:spLocks noGrp="1"/>
          </p:cNvSpPr>
          <p:nvPr>
            <p:ph type="body" sz="quarter" idx="12" hasCustomPrompt="1"/>
          </p:nvPr>
        </p:nvSpPr>
        <p:spPr>
          <a:xfrm>
            <a:off x="1355725" y="5832475"/>
            <a:ext cx="3805238" cy="809625"/>
          </a:xfrm>
        </p:spPr>
        <p:txBody>
          <a:bodyPr>
            <a:noAutofit/>
          </a:bodyPr>
          <a:lstStyle>
            <a:lvl1pPr marL="0" indent="0" algn="r">
              <a:buNone/>
              <a:defRPr sz="1400" b="0" i="1">
                <a:solidFill>
                  <a:schemeClr val="bg1">
                    <a:lumMod val="95000"/>
                  </a:schemeClr>
                </a:solidFill>
              </a:defRPr>
            </a:lvl1pPr>
            <a:lvl2pPr algn="r">
              <a:defRPr sz="1400" b="0" i="1">
                <a:solidFill>
                  <a:schemeClr val="bg1">
                    <a:lumMod val="95000"/>
                  </a:schemeClr>
                </a:solidFill>
              </a:defRPr>
            </a:lvl2pPr>
            <a:lvl3pPr algn="r">
              <a:defRPr sz="1400" b="0" i="1">
                <a:solidFill>
                  <a:schemeClr val="bg1">
                    <a:lumMod val="95000"/>
                  </a:schemeClr>
                </a:solidFill>
              </a:defRPr>
            </a:lvl3pPr>
            <a:lvl4pPr algn="r">
              <a:defRPr sz="1400" b="0" i="1">
                <a:solidFill>
                  <a:schemeClr val="bg1">
                    <a:lumMod val="95000"/>
                  </a:schemeClr>
                </a:solidFill>
              </a:defRPr>
            </a:lvl4pPr>
            <a:lvl5pPr algn="r">
              <a:defRPr sz="1400" b="0" i="1">
                <a:solidFill>
                  <a:schemeClr val="bg1">
                    <a:lumMod val="95000"/>
                  </a:schemeClr>
                </a:solidFill>
              </a:defRPr>
            </a:lvl5pPr>
          </a:lstStyle>
          <a:p>
            <a:pPr lvl="0"/>
            <a:r>
              <a:rPr lang="en-US"/>
              <a:t>&lt;Date&gt;</a:t>
            </a:r>
          </a:p>
        </p:txBody>
      </p:sp>
    </p:spTree>
    <p:extLst>
      <p:ext uri="{BB962C8B-B14F-4D97-AF65-F5344CB8AC3E}">
        <p14:creationId xmlns:p14="http://schemas.microsoft.com/office/powerpoint/2010/main" val="2195658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repeatCount="indefinite" accel="25000" decel="25000" autoRev="1" fill="hold" nodeType="withEffect">
                                  <p:stCondLst>
                                    <p:cond delay="0"/>
                                  </p:stCondLst>
                                  <p:childTnLst>
                                    <p:animMotion origin="layout" path="M -3.33333E-6 0 L 0.13334 0 " pathEditMode="fixed" rAng="0" ptsTypes="AA">
                                      <p:cBhvr>
                                        <p:cTn id="6" dur="10000" fill="hold"/>
                                        <p:tgtEl>
                                          <p:spTgt spid="3"/>
                                        </p:tgtEl>
                                        <p:attrNameLst>
                                          <p:attrName>ppt_x</p:attrName>
                                          <p:attrName>ppt_y</p:attrName>
                                        </p:attrNameLst>
                                      </p:cBhvr>
                                      <p:rCtr x="666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E8B3B-50AC-B54D-BAEA-ECA35ADBBD59}"/>
              </a:ext>
            </a:extLst>
          </p:cNvPr>
          <p:cNvSpPr>
            <a:spLocks noGrp="1"/>
          </p:cNvSpPr>
          <p:nvPr>
            <p:ph type="title" hasCustomPrompt="1"/>
          </p:nvPr>
        </p:nvSpPr>
        <p:spPr/>
        <p:txBody>
          <a:bodyPr/>
          <a:lstStyle>
            <a:lvl1pPr>
              <a:defRPr/>
            </a:lvl1pPr>
          </a:lstStyle>
          <a:p>
            <a:r>
              <a:rPr lang="en-US"/>
              <a:t>[Slide title]</a:t>
            </a:r>
          </a:p>
        </p:txBody>
      </p:sp>
      <p:sp>
        <p:nvSpPr>
          <p:cNvPr id="18" name="Rectangle: Rounded Corners 17">
            <a:extLst>
              <a:ext uri="{FF2B5EF4-FFF2-40B4-BE49-F238E27FC236}">
                <a16:creationId xmlns:a16="http://schemas.microsoft.com/office/drawing/2014/main" id="{26A7CF5B-3E01-D630-D990-AACB298B9FA3}"/>
              </a:ext>
            </a:extLst>
          </p:cNvPr>
          <p:cNvSpPr/>
          <p:nvPr userDrawn="1"/>
        </p:nvSpPr>
        <p:spPr>
          <a:xfrm>
            <a:off x="4821382" y="993913"/>
            <a:ext cx="6899563" cy="4338114"/>
          </a:xfrm>
          <a:prstGeom prst="roundRect">
            <a:avLst>
              <a:gd name="adj" fmla="val 4546"/>
            </a:avLst>
          </a:prstGeom>
          <a:solidFill>
            <a:srgbClr val="006E74"/>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rgbClr val="000000"/>
          </a:effectRef>
          <a:fontRef idx="minor">
            <a:schemeClr val="bg1"/>
          </a:fontRef>
        </p:style>
        <p:txBody>
          <a:bodyPr rtlCol="0" anchor="t"/>
          <a:lstStyle/>
          <a:p>
            <a:pPr marR="0" lvl="0" indent="0" algn="ctr" fontAlgn="auto">
              <a:lnSpc>
                <a:spcPct val="100000"/>
              </a:lnSpc>
              <a:spcBef>
                <a:spcPts val="0"/>
              </a:spcBef>
              <a:spcAft>
                <a:spcPts val="0"/>
              </a:spcAft>
              <a:buClrTx/>
              <a:buSzTx/>
              <a:buFontTx/>
              <a:buNone/>
              <a:tabLst/>
            </a:pPr>
            <a:r>
              <a:rPr kumimoji="0" lang="en-US" sz="1600" b="1" i="0" u="none" strike="noStrike" cap="none" spc="0" normalizeH="0" baseline="0" noProof="0">
                <a:ln>
                  <a:noFill/>
                </a:ln>
                <a:solidFill>
                  <a:srgbClr val="FFC000"/>
                </a:solidFill>
                <a:effectLst/>
                <a:uLnTx/>
                <a:uFillTx/>
                <a:latin typeface="Arial"/>
              </a:rPr>
              <a:t>Project POC</a:t>
            </a:r>
          </a:p>
        </p:txBody>
      </p:sp>
      <p:sp>
        <p:nvSpPr>
          <p:cNvPr id="20" name="Rectangle: Rounded Corners 19">
            <a:extLst>
              <a:ext uri="{FF2B5EF4-FFF2-40B4-BE49-F238E27FC236}">
                <a16:creationId xmlns:a16="http://schemas.microsoft.com/office/drawing/2014/main" id="{1D9CBF92-9932-F9E3-D1B7-31213CD03B94}"/>
              </a:ext>
            </a:extLst>
          </p:cNvPr>
          <p:cNvSpPr/>
          <p:nvPr userDrawn="1"/>
        </p:nvSpPr>
        <p:spPr>
          <a:xfrm>
            <a:off x="5011386" y="1388813"/>
            <a:ext cx="6472052" cy="1828800"/>
          </a:xfrm>
          <a:prstGeom prst="roundRect">
            <a:avLst>
              <a:gd name="adj" fmla="val 8120"/>
            </a:avLst>
          </a:prstGeom>
          <a:solidFill>
            <a:srgbClr val="DBD3BD"/>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21" name="Rectangle: Rounded Corners 20">
            <a:extLst>
              <a:ext uri="{FF2B5EF4-FFF2-40B4-BE49-F238E27FC236}">
                <a16:creationId xmlns:a16="http://schemas.microsoft.com/office/drawing/2014/main" id="{D47EF694-9204-E835-4EF9-BDB2E6ACEFEB}"/>
              </a:ext>
            </a:extLst>
          </p:cNvPr>
          <p:cNvSpPr/>
          <p:nvPr userDrawn="1"/>
        </p:nvSpPr>
        <p:spPr>
          <a:xfrm>
            <a:off x="5011385" y="3309649"/>
            <a:ext cx="6472049" cy="1828800"/>
          </a:xfrm>
          <a:prstGeom prst="roundRect">
            <a:avLst>
              <a:gd name="adj" fmla="val 8120"/>
            </a:avLst>
          </a:prstGeom>
          <a:solidFill>
            <a:srgbClr val="DBD3BD"/>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cxnSp>
        <p:nvCxnSpPr>
          <p:cNvPr id="23" name="Straight Connector 22">
            <a:extLst>
              <a:ext uri="{FF2B5EF4-FFF2-40B4-BE49-F238E27FC236}">
                <a16:creationId xmlns:a16="http://schemas.microsoft.com/office/drawing/2014/main" id="{BA9A7B77-AEFC-BE87-884A-111D0A17779B}"/>
              </a:ext>
            </a:extLst>
          </p:cNvPr>
          <p:cNvCxnSpPr>
            <a:cxnSpLocks/>
          </p:cNvCxnSpPr>
          <p:nvPr userDrawn="1"/>
        </p:nvCxnSpPr>
        <p:spPr>
          <a:xfrm>
            <a:off x="6757060" y="1525973"/>
            <a:ext cx="0" cy="1554480"/>
          </a:xfrm>
          <a:prstGeom prst="line">
            <a:avLst/>
          </a:prstGeom>
          <a:ln>
            <a:headEnd type="oval"/>
            <a:tailEnd type="oval"/>
          </a:ln>
        </p:spPr>
        <p:style>
          <a:lnRef idx="1">
            <a:schemeClr val="accent5"/>
          </a:lnRef>
          <a:fillRef idx="0">
            <a:schemeClr val="accent5"/>
          </a:fillRef>
          <a:effectRef idx="0">
            <a:schemeClr val="accent5"/>
          </a:effectRef>
          <a:fontRef idx="minor">
            <a:schemeClr val="tx1"/>
          </a:fontRef>
        </p:style>
      </p:cxnSp>
      <p:pic>
        <p:nvPicPr>
          <p:cNvPr id="24" name="Picture 23" descr="A black background with letters&#10;&#10;Description automatically generated">
            <a:extLst>
              <a:ext uri="{FF2B5EF4-FFF2-40B4-BE49-F238E27FC236}">
                <a16:creationId xmlns:a16="http://schemas.microsoft.com/office/drawing/2014/main" id="{E1FE7234-FF57-A077-E89B-110FBA45A967}"/>
              </a:ext>
            </a:extLst>
          </p:cNvPr>
          <p:cNvPicPr>
            <a:picLocks noChangeAspect="1"/>
          </p:cNvPicPr>
          <p:nvPr userDrawn="1"/>
        </p:nvPicPr>
        <p:blipFill>
          <a:blip r:embed="rId2"/>
          <a:stretch>
            <a:fillRect/>
          </a:stretch>
        </p:blipFill>
        <p:spPr>
          <a:xfrm>
            <a:off x="5448926" y="3796883"/>
            <a:ext cx="774431" cy="854332"/>
          </a:xfrm>
          <a:prstGeom prst="rect">
            <a:avLst/>
          </a:prstGeom>
        </p:spPr>
      </p:pic>
      <p:cxnSp>
        <p:nvCxnSpPr>
          <p:cNvPr id="25" name="Straight Connector 24">
            <a:extLst>
              <a:ext uri="{FF2B5EF4-FFF2-40B4-BE49-F238E27FC236}">
                <a16:creationId xmlns:a16="http://schemas.microsoft.com/office/drawing/2014/main" id="{042640B4-20B9-E609-EA9D-9BD7DA15D9DA}"/>
              </a:ext>
            </a:extLst>
          </p:cNvPr>
          <p:cNvCxnSpPr>
            <a:cxnSpLocks/>
          </p:cNvCxnSpPr>
          <p:nvPr userDrawn="1"/>
        </p:nvCxnSpPr>
        <p:spPr>
          <a:xfrm>
            <a:off x="6745332" y="3446809"/>
            <a:ext cx="0" cy="1554480"/>
          </a:xfrm>
          <a:prstGeom prst="line">
            <a:avLst/>
          </a:prstGeom>
          <a:ln>
            <a:headEnd type="oval"/>
            <a:tailEnd type="oval"/>
          </a:ln>
        </p:spPr>
        <p:style>
          <a:lnRef idx="1">
            <a:schemeClr val="accent5"/>
          </a:lnRef>
          <a:fillRef idx="0">
            <a:schemeClr val="accent5"/>
          </a:fillRef>
          <a:effectRef idx="0">
            <a:schemeClr val="accent5"/>
          </a:effectRef>
          <a:fontRef idx="minor">
            <a:schemeClr val="tx1"/>
          </a:fontRef>
        </p:style>
      </p:cxnSp>
      <p:sp>
        <p:nvSpPr>
          <p:cNvPr id="3" name="Rectangle: Rounded Corners 2">
            <a:extLst>
              <a:ext uri="{FF2B5EF4-FFF2-40B4-BE49-F238E27FC236}">
                <a16:creationId xmlns:a16="http://schemas.microsoft.com/office/drawing/2014/main" id="{12A43280-B0D3-6CA2-42C7-379ABAFE91B3}"/>
              </a:ext>
            </a:extLst>
          </p:cNvPr>
          <p:cNvSpPr/>
          <p:nvPr userDrawn="1"/>
        </p:nvSpPr>
        <p:spPr>
          <a:xfrm>
            <a:off x="475013" y="993913"/>
            <a:ext cx="4239491" cy="5218044"/>
          </a:xfrm>
          <a:prstGeom prst="roundRect">
            <a:avLst>
              <a:gd name="adj" fmla="val 4062"/>
            </a:avLst>
          </a:prstGeom>
          <a:solidFill>
            <a:schemeClr val="tx1">
              <a:lumMod val="10000"/>
              <a:lumOff val="9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4" name="Rectangle: Rounded Corners 3">
            <a:extLst>
              <a:ext uri="{FF2B5EF4-FFF2-40B4-BE49-F238E27FC236}">
                <a16:creationId xmlns:a16="http://schemas.microsoft.com/office/drawing/2014/main" id="{9C712E9D-9F55-4FD2-2966-2DA56A7BACE4}"/>
              </a:ext>
            </a:extLst>
          </p:cNvPr>
          <p:cNvSpPr/>
          <p:nvPr userDrawn="1"/>
        </p:nvSpPr>
        <p:spPr>
          <a:xfrm>
            <a:off x="930234" y="1137258"/>
            <a:ext cx="3579294" cy="914400"/>
          </a:xfrm>
          <a:prstGeom prst="roundRect">
            <a:avLst>
              <a:gd name="adj" fmla="val 9524"/>
            </a:avLst>
          </a:prstGeom>
          <a:solidFill>
            <a:srgbClr val="006E74"/>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rgbClr val="000000"/>
          </a:effectRef>
          <a:fontRef idx="minor">
            <a:schemeClr val="bg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C000"/>
                </a:solidFill>
                <a:effectLst/>
                <a:uLnTx/>
                <a:uFillTx/>
                <a:latin typeface="Arial"/>
                <a:ea typeface="+mn-ea"/>
                <a:cs typeface="+mn-cs"/>
              </a:rPr>
              <a:t>Project Name</a:t>
            </a:r>
          </a:p>
        </p:txBody>
      </p:sp>
      <p:sp>
        <p:nvSpPr>
          <p:cNvPr id="5" name="Rectangle: Rounded Corners 4">
            <a:extLst>
              <a:ext uri="{FF2B5EF4-FFF2-40B4-BE49-F238E27FC236}">
                <a16:creationId xmlns:a16="http://schemas.microsoft.com/office/drawing/2014/main" id="{AE41A8B6-6B9E-3CA1-1D6D-91F90855F307}"/>
              </a:ext>
            </a:extLst>
          </p:cNvPr>
          <p:cNvSpPr/>
          <p:nvPr userDrawn="1"/>
        </p:nvSpPr>
        <p:spPr>
          <a:xfrm>
            <a:off x="930234" y="2136243"/>
            <a:ext cx="3579294" cy="914400"/>
          </a:xfrm>
          <a:prstGeom prst="roundRect">
            <a:avLst>
              <a:gd name="adj" fmla="val 9524"/>
            </a:avLst>
          </a:prstGeom>
          <a:solidFill>
            <a:srgbClr val="006E74"/>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rgbClr val="000000"/>
          </a:effectRef>
          <a:fontRef idx="minor">
            <a:schemeClr val="bg1"/>
          </a:fontRef>
        </p:style>
        <p:txBody>
          <a:bodyPr rtlCol="0" anchor="t"/>
          <a:lstStyle/>
          <a:p>
            <a:pPr marR="0" lvl="0" indent="0" algn="ctr" fontAlgn="auto">
              <a:lnSpc>
                <a:spcPct val="100000"/>
              </a:lnSpc>
              <a:spcBef>
                <a:spcPts val="0"/>
              </a:spcBef>
              <a:spcAft>
                <a:spcPts val="0"/>
              </a:spcAft>
              <a:buClrTx/>
              <a:buSzTx/>
              <a:buFontTx/>
              <a:buNone/>
              <a:tabLst/>
            </a:pPr>
            <a:r>
              <a:rPr kumimoji="0" lang="en-US" sz="1600" b="1" i="0" u="none" strike="noStrike" cap="none" spc="0" normalizeH="0" baseline="0" noProof="0">
                <a:ln>
                  <a:noFill/>
                </a:ln>
                <a:solidFill>
                  <a:srgbClr val="FFC000"/>
                </a:solidFill>
                <a:effectLst/>
                <a:uLnTx/>
                <a:uFillTx/>
                <a:latin typeface="Arial"/>
              </a:rPr>
              <a:t>Start Date</a:t>
            </a:r>
          </a:p>
        </p:txBody>
      </p:sp>
      <p:sp>
        <p:nvSpPr>
          <p:cNvPr id="6" name="Rectangle: Rounded Corners 5">
            <a:extLst>
              <a:ext uri="{FF2B5EF4-FFF2-40B4-BE49-F238E27FC236}">
                <a16:creationId xmlns:a16="http://schemas.microsoft.com/office/drawing/2014/main" id="{417255FA-748D-4B31-BB13-C95EC0D1BFA2}"/>
              </a:ext>
            </a:extLst>
          </p:cNvPr>
          <p:cNvSpPr/>
          <p:nvPr userDrawn="1"/>
        </p:nvSpPr>
        <p:spPr>
          <a:xfrm>
            <a:off x="930234" y="3135228"/>
            <a:ext cx="3579294" cy="914400"/>
          </a:xfrm>
          <a:prstGeom prst="roundRect">
            <a:avLst>
              <a:gd name="adj" fmla="val 9524"/>
            </a:avLst>
          </a:prstGeom>
          <a:solidFill>
            <a:srgbClr val="006E74"/>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rgbClr val="000000"/>
          </a:effectRef>
          <a:fontRef idx="minor">
            <a:schemeClr val="bg1"/>
          </a:fontRef>
        </p:style>
        <p:txBody>
          <a:bodyPr rtlCol="0" anchor="t"/>
          <a:lstStyle/>
          <a:p>
            <a:pPr marR="0" lvl="0" indent="0" algn="ctr" fontAlgn="auto">
              <a:lnSpc>
                <a:spcPct val="100000"/>
              </a:lnSpc>
              <a:spcBef>
                <a:spcPts val="0"/>
              </a:spcBef>
              <a:spcAft>
                <a:spcPts val="0"/>
              </a:spcAft>
              <a:buClrTx/>
              <a:buSzTx/>
              <a:buFontTx/>
              <a:buNone/>
              <a:tabLst/>
            </a:pPr>
            <a:r>
              <a:rPr kumimoji="0" lang="en-US" sz="1600" b="1" i="0" u="none" strike="noStrike" cap="none" spc="0" normalizeH="0" baseline="0" noProof="0">
                <a:ln>
                  <a:noFill/>
                </a:ln>
                <a:solidFill>
                  <a:srgbClr val="FFC000"/>
                </a:solidFill>
                <a:effectLst/>
                <a:uLnTx/>
                <a:uFillTx/>
                <a:latin typeface="Arial"/>
              </a:rPr>
              <a:t>Project Duration</a:t>
            </a:r>
          </a:p>
        </p:txBody>
      </p:sp>
      <p:grpSp>
        <p:nvGrpSpPr>
          <p:cNvPr id="39" name="Group 38">
            <a:extLst>
              <a:ext uri="{FF2B5EF4-FFF2-40B4-BE49-F238E27FC236}">
                <a16:creationId xmlns:a16="http://schemas.microsoft.com/office/drawing/2014/main" id="{C1023AE3-7C9A-F15F-8DD0-C9665EADB273}"/>
              </a:ext>
            </a:extLst>
          </p:cNvPr>
          <p:cNvGrpSpPr/>
          <p:nvPr userDrawn="1"/>
        </p:nvGrpSpPr>
        <p:grpSpPr>
          <a:xfrm>
            <a:off x="617517" y="1339139"/>
            <a:ext cx="510639" cy="510639"/>
            <a:chOff x="617517" y="1876302"/>
            <a:chExt cx="510639" cy="510639"/>
          </a:xfrm>
        </p:grpSpPr>
        <p:sp>
          <p:nvSpPr>
            <p:cNvPr id="7" name="Rectangle: Rounded Corners 6">
              <a:extLst>
                <a:ext uri="{FF2B5EF4-FFF2-40B4-BE49-F238E27FC236}">
                  <a16:creationId xmlns:a16="http://schemas.microsoft.com/office/drawing/2014/main" id="{4D283335-7F47-AC2F-E64E-5EF7F590B5D9}"/>
                </a:ext>
              </a:extLst>
            </p:cNvPr>
            <p:cNvSpPr/>
            <p:nvPr userDrawn="1"/>
          </p:nvSpPr>
          <p:spPr>
            <a:xfrm>
              <a:off x="617517" y="1876302"/>
              <a:ext cx="510639" cy="510639"/>
            </a:xfrm>
            <a:prstGeom prst="roundRect">
              <a:avLst/>
            </a:prstGeom>
            <a:solidFill>
              <a:schemeClr val="bg2">
                <a:lumMod val="9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pic>
          <p:nvPicPr>
            <p:cNvPr id="10" name="Picture 2" descr="Project management - Free technology icons">
              <a:extLst>
                <a:ext uri="{FF2B5EF4-FFF2-40B4-BE49-F238E27FC236}">
                  <a16:creationId xmlns:a16="http://schemas.microsoft.com/office/drawing/2014/main" id="{0BC0E749-D702-A27D-0881-380305F441D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65018" y="1923803"/>
              <a:ext cx="415636" cy="41563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1" name="Group 40">
            <a:extLst>
              <a:ext uri="{FF2B5EF4-FFF2-40B4-BE49-F238E27FC236}">
                <a16:creationId xmlns:a16="http://schemas.microsoft.com/office/drawing/2014/main" id="{4DB37985-842C-1524-A243-950B806F9E89}"/>
              </a:ext>
            </a:extLst>
          </p:cNvPr>
          <p:cNvGrpSpPr/>
          <p:nvPr userDrawn="1"/>
        </p:nvGrpSpPr>
        <p:grpSpPr>
          <a:xfrm>
            <a:off x="617517" y="3337109"/>
            <a:ext cx="510639" cy="510639"/>
            <a:chOff x="625433" y="4746172"/>
            <a:chExt cx="510639" cy="510639"/>
          </a:xfrm>
        </p:grpSpPr>
        <p:sp>
          <p:nvSpPr>
            <p:cNvPr id="9" name="Rectangle: Rounded Corners 8">
              <a:extLst>
                <a:ext uri="{FF2B5EF4-FFF2-40B4-BE49-F238E27FC236}">
                  <a16:creationId xmlns:a16="http://schemas.microsoft.com/office/drawing/2014/main" id="{AD433DEF-82A4-E97E-6A55-61C17CFE92AD}"/>
                </a:ext>
              </a:extLst>
            </p:cNvPr>
            <p:cNvSpPr/>
            <p:nvPr userDrawn="1"/>
          </p:nvSpPr>
          <p:spPr>
            <a:xfrm>
              <a:off x="625433" y="4746172"/>
              <a:ext cx="510639" cy="510639"/>
            </a:xfrm>
            <a:prstGeom prst="roundRect">
              <a:avLst/>
            </a:prstGeom>
            <a:solidFill>
              <a:schemeClr val="bg2">
                <a:lumMod val="9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pic>
          <p:nvPicPr>
            <p:cNvPr id="17" name="Picture 8" descr="Time management - Free time and date icons">
              <a:extLst>
                <a:ext uri="{FF2B5EF4-FFF2-40B4-BE49-F238E27FC236}">
                  <a16:creationId xmlns:a16="http://schemas.microsoft.com/office/drawing/2014/main" id="{4CD7221F-C568-105D-0181-94111910D64F}"/>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90747" y="4811486"/>
              <a:ext cx="380011" cy="38001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4" name="Group 53">
            <a:extLst>
              <a:ext uri="{FF2B5EF4-FFF2-40B4-BE49-F238E27FC236}">
                <a16:creationId xmlns:a16="http://schemas.microsoft.com/office/drawing/2014/main" id="{7900E388-5CFF-7F43-FE89-FF700E56685A}"/>
              </a:ext>
            </a:extLst>
          </p:cNvPr>
          <p:cNvGrpSpPr/>
          <p:nvPr userDrawn="1"/>
        </p:nvGrpSpPr>
        <p:grpSpPr>
          <a:xfrm>
            <a:off x="617517" y="2338124"/>
            <a:ext cx="510639" cy="510639"/>
            <a:chOff x="617517" y="2635506"/>
            <a:chExt cx="510639" cy="510639"/>
          </a:xfrm>
        </p:grpSpPr>
        <p:sp>
          <p:nvSpPr>
            <p:cNvPr id="8" name="Rectangle: Rounded Corners 7">
              <a:extLst>
                <a:ext uri="{FF2B5EF4-FFF2-40B4-BE49-F238E27FC236}">
                  <a16:creationId xmlns:a16="http://schemas.microsoft.com/office/drawing/2014/main" id="{CABDB60A-F3F5-8766-F733-8D1841A49EBC}"/>
                </a:ext>
              </a:extLst>
            </p:cNvPr>
            <p:cNvSpPr/>
            <p:nvPr userDrawn="1"/>
          </p:nvSpPr>
          <p:spPr>
            <a:xfrm>
              <a:off x="617517" y="2635506"/>
              <a:ext cx="510639" cy="510639"/>
            </a:xfrm>
            <a:prstGeom prst="roundRect">
              <a:avLst/>
            </a:prstGeom>
            <a:solidFill>
              <a:schemeClr val="bg2">
                <a:lumMod val="9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pic>
          <p:nvPicPr>
            <p:cNvPr id="28" name="Picture 6" descr="Release Date Icons - Free SVG &amp; PNG Release Date Images - Noun Project">
              <a:extLst>
                <a:ext uri="{FF2B5EF4-FFF2-40B4-BE49-F238E27FC236}">
                  <a16:creationId xmlns:a16="http://schemas.microsoft.com/office/drawing/2014/main" id="{2A2EF99E-4C19-574F-F0F1-9D1AE665122B}"/>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669719" y="2677812"/>
              <a:ext cx="426027" cy="426027"/>
            </a:xfrm>
            <a:prstGeom prst="rect">
              <a:avLst/>
            </a:prstGeom>
            <a:noFill/>
            <a:extLst>
              <a:ext uri="{909E8E84-426E-40DD-AFC4-6F175D3DCCD1}">
                <a14:hiddenFill xmlns:a14="http://schemas.microsoft.com/office/drawing/2010/main">
                  <a:solidFill>
                    <a:srgbClr val="FFFFFF"/>
                  </a:solidFill>
                </a14:hiddenFill>
              </a:ext>
            </a:extLst>
          </p:spPr>
        </p:pic>
      </p:grpSp>
      <p:sp>
        <p:nvSpPr>
          <p:cNvPr id="30" name="Text Placeholder 29">
            <a:extLst>
              <a:ext uri="{FF2B5EF4-FFF2-40B4-BE49-F238E27FC236}">
                <a16:creationId xmlns:a16="http://schemas.microsoft.com/office/drawing/2014/main" id="{A9C040DE-51F1-5FF2-22BF-6D749EB565F4}"/>
              </a:ext>
            </a:extLst>
          </p:cNvPr>
          <p:cNvSpPr>
            <a:spLocks noGrp="1"/>
          </p:cNvSpPr>
          <p:nvPr userDrawn="1">
            <p:ph type="body" sz="quarter" idx="10" hasCustomPrompt="1"/>
          </p:nvPr>
        </p:nvSpPr>
        <p:spPr>
          <a:xfrm>
            <a:off x="1231241" y="1560308"/>
            <a:ext cx="3017520" cy="328613"/>
          </a:xfrm>
        </p:spPr>
        <p:txBody>
          <a:bodyPr anchor="ctr">
            <a:normAutofit/>
          </a:bodyPr>
          <a:lstStyle>
            <a:lvl1pPr marL="0" indent="0" algn="ctr">
              <a:buNone/>
              <a:defRPr sz="1200" b="1">
                <a:solidFill>
                  <a:schemeClr val="bg1"/>
                </a:solidFill>
              </a:defRPr>
            </a:lvl1pPr>
          </a:lstStyle>
          <a:p>
            <a:pPr lvl="0"/>
            <a:r>
              <a:rPr lang="en-US"/>
              <a:t>&lt;Project Name&gt;</a:t>
            </a:r>
          </a:p>
        </p:txBody>
      </p:sp>
      <p:sp>
        <p:nvSpPr>
          <p:cNvPr id="31" name="Text Placeholder 29">
            <a:extLst>
              <a:ext uri="{FF2B5EF4-FFF2-40B4-BE49-F238E27FC236}">
                <a16:creationId xmlns:a16="http://schemas.microsoft.com/office/drawing/2014/main" id="{9A6C96AE-DF26-292D-7563-0092A1998C73}"/>
              </a:ext>
            </a:extLst>
          </p:cNvPr>
          <p:cNvSpPr>
            <a:spLocks noGrp="1"/>
          </p:cNvSpPr>
          <p:nvPr userDrawn="1">
            <p:ph type="body" sz="quarter" idx="11" hasCustomPrompt="1"/>
          </p:nvPr>
        </p:nvSpPr>
        <p:spPr>
          <a:xfrm>
            <a:off x="1231241" y="2514447"/>
            <a:ext cx="3017520" cy="328613"/>
          </a:xfrm>
        </p:spPr>
        <p:txBody>
          <a:bodyPr anchor="ctr">
            <a:normAutofit/>
          </a:bodyPr>
          <a:lstStyle>
            <a:lvl1pPr marL="0" indent="0" algn="ctr">
              <a:buNone/>
              <a:defRPr sz="1200" b="1">
                <a:solidFill>
                  <a:schemeClr val="bg1"/>
                </a:solidFill>
              </a:defRPr>
            </a:lvl1pPr>
          </a:lstStyle>
          <a:p>
            <a:pPr lvl="0"/>
            <a:r>
              <a:rPr lang="en-US"/>
              <a:t>&lt;Start Date&gt;</a:t>
            </a:r>
          </a:p>
        </p:txBody>
      </p:sp>
      <p:sp>
        <p:nvSpPr>
          <p:cNvPr id="32" name="Text Placeholder 29">
            <a:extLst>
              <a:ext uri="{FF2B5EF4-FFF2-40B4-BE49-F238E27FC236}">
                <a16:creationId xmlns:a16="http://schemas.microsoft.com/office/drawing/2014/main" id="{392F3148-1562-F4D1-D241-14180A7EE4B8}"/>
              </a:ext>
            </a:extLst>
          </p:cNvPr>
          <p:cNvSpPr>
            <a:spLocks noGrp="1"/>
          </p:cNvSpPr>
          <p:nvPr userDrawn="1">
            <p:ph type="body" sz="quarter" idx="12" hasCustomPrompt="1"/>
          </p:nvPr>
        </p:nvSpPr>
        <p:spPr>
          <a:xfrm>
            <a:off x="1231241" y="3450280"/>
            <a:ext cx="3017520" cy="328613"/>
          </a:xfrm>
        </p:spPr>
        <p:txBody>
          <a:bodyPr anchor="ctr">
            <a:normAutofit/>
          </a:bodyPr>
          <a:lstStyle>
            <a:lvl1pPr marL="0" indent="0" algn="ctr">
              <a:buNone/>
              <a:defRPr sz="1200" b="1">
                <a:solidFill>
                  <a:schemeClr val="bg1"/>
                </a:solidFill>
              </a:defRPr>
            </a:lvl1pPr>
          </a:lstStyle>
          <a:p>
            <a:pPr lvl="0"/>
            <a:r>
              <a:rPr lang="en-US"/>
              <a:t>&lt;Project Duration&gt;</a:t>
            </a:r>
          </a:p>
        </p:txBody>
      </p:sp>
      <p:sp>
        <p:nvSpPr>
          <p:cNvPr id="34" name="Picture Placeholder 33">
            <a:extLst>
              <a:ext uri="{FF2B5EF4-FFF2-40B4-BE49-F238E27FC236}">
                <a16:creationId xmlns:a16="http://schemas.microsoft.com/office/drawing/2014/main" id="{5FD8BC69-533B-B365-9039-2B3B24C6D14E}"/>
              </a:ext>
            </a:extLst>
          </p:cNvPr>
          <p:cNvSpPr>
            <a:spLocks noGrp="1"/>
          </p:cNvSpPr>
          <p:nvPr userDrawn="1">
            <p:ph type="pic" sz="quarter" idx="13"/>
          </p:nvPr>
        </p:nvSpPr>
        <p:spPr>
          <a:xfrm>
            <a:off x="5298081" y="1770797"/>
            <a:ext cx="1281106" cy="1071798"/>
          </a:xfrm>
        </p:spPr>
        <p:txBody>
          <a:bodyPr/>
          <a:lstStyle/>
          <a:p>
            <a:endParaRPr lang="en-US"/>
          </a:p>
        </p:txBody>
      </p:sp>
      <p:sp>
        <p:nvSpPr>
          <p:cNvPr id="36" name="Table Placeholder 35">
            <a:extLst>
              <a:ext uri="{FF2B5EF4-FFF2-40B4-BE49-F238E27FC236}">
                <a16:creationId xmlns:a16="http://schemas.microsoft.com/office/drawing/2014/main" id="{9B0360DE-2999-2CAE-E9CE-DBDA67C34E1E}"/>
              </a:ext>
            </a:extLst>
          </p:cNvPr>
          <p:cNvSpPr>
            <a:spLocks noGrp="1"/>
          </p:cNvSpPr>
          <p:nvPr userDrawn="1">
            <p:ph type="tbl" sz="quarter" idx="14"/>
          </p:nvPr>
        </p:nvSpPr>
        <p:spPr>
          <a:xfrm>
            <a:off x="7036908" y="1615940"/>
            <a:ext cx="4134676" cy="1393867"/>
          </a:xfrm>
        </p:spPr>
        <p:txBody>
          <a:bodyPr/>
          <a:lstStyle/>
          <a:p>
            <a:endParaRPr lang="en-US"/>
          </a:p>
        </p:txBody>
      </p:sp>
      <p:sp>
        <p:nvSpPr>
          <p:cNvPr id="38" name="Table Placeholder 37">
            <a:extLst>
              <a:ext uri="{FF2B5EF4-FFF2-40B4-BE49-F238E27FC236}">
                <a16:creationId xmlns:a16="http://schemas.microsoft.com/office/drawing/2014/main" id="{D278386C-3805-1A2A-5A72-A783E41522F5}"/>
              </a:ext>
            </a:extLst>
          </p:cNvPr>
          <p:cNvSpPr>
            <a:spLocks noGrp="1"/>
          </p:cNvSpPr>
          <p:nvPr userDrawn="1">
            <p:ph type="tbl" sz="quarter" idx="15"/>
          </p:nvPr>
        </p:nvSpPr>
        <p:spPr>
          <a:xfrm>
            <a:off x="7036909" y="3495223"/>
            <a:ext cx="4134676" cy="1505816"/>
          </a:xfrm>
        </p:spPr>
        <p:txBody>
          <a:bodyPr/>
          <a:lstStyle/>
          <a:p>
            <a:endParaRPr lang="en-US"/>
          </a:p>
        </p:txBody>
      </p:sp>
      <p:sp>
        <p:nvSpPr>
          <p:cNvPr id="42" name="Rectangle: Rounded Corners 41">
            <a:extLst>
              <a:ext uri="{FF2B5EF4-FFF2-40B4-BE49-F238E27FC236}">
                <a16:creationId xmlns:a16="http://schemas.microsoft.com/office/drawing/2014/main" id="{9627C27C-D1B1-FCB5-CA0C-0841FF674DC5}"/>
              </a:ext>
            </a:extLst>
          </p:cNvPr>
          <p:cNvSpPr/>
          <p:nvPr userDrawn="1"/>
        </p:nvSpPr>
        <p:spPr>
          <a:xfrm>
            <a:off x="934422" y="4134213"/>
            <a:ext cx="3579294" cy="914400"/>
          </a:xfrm>
          <a:prstGeom prst="roundRect">
            <a:avLst>
              <a:gd name="adj" fmla="val 9524"/>
            </a:avLst>
          </a:prstGeom>
          <a:solidFill>
            <a:srgbClr val="006E74"/>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rgbClr val="000000"/>
          </a:effectRef>
          <a:fontRef idx="minor">
            <a:schemeClr val="bg1"/>
          </a:fontRef>
        </p:style>
        <p:txBody>
          <a:bodyPr rtlCol="0" anchor="t"/>
          <a:lstStyle/>
          <a:p>
            <a:pPr marR="0" lvl="0" indent="0" algn="ctr" fontAlgn="auto">
              <a:lnSpc>
                <a:spcPct val="100000"/>
              </a:lnSpc>
              <a:spcBef>
                <a:spcPts val="0"/>
              </a:spcBef>
              <a:spcAft>
                <a:spcPts val="0"/>
              </a:spcAft>
              <a:buClrTx/>
              <a:buSzTx/>
              <a:buFontTx/>
              <a:buNone/>
              <a:tabLst/>
            </a:pPr>
            <a:r>
              <a:rPr kumimoji="0" lang="en-US" sz="1600" b="1" i="0" u="none" strike="noStrike" cap="none" spc="0" normalizeH="0" baseline="0" noProof="0">
                <a:ln>
                  <a:noFill/>
                </a:ln>
                <a:solidFill>
                  <a:srgbClr val="FFC000"/>
                </a:solidFill>
                <a:effectLst/>
                <a:uLnTx/>
                <a:uFillTx/>
                <a:latin typeface="Arial"/>
              </a:rPr>
              <a:t>Project End Date</a:t>
            </a:r>
          </a:p>
        </p:txBody>
      </p:sp>
      <p:sp>
        <p:nvSpPr>
          <p:cNvPr id="46" name="Text Placeholder 29">
            <a:extLst>
              <a:ext uri="{FF2B5EF4-FFF2-40B4-BE49-F238E27FC236}">
                <a16:creationId xmlns:a16="http://schemas.microsoft.com/office/drawing/2014/main" id="{3FA64136-9CF5-4A1C-443D-4FB27853CB1F}"/>
              </a:ext>
            </a:extLst>
          </p:cNvPr>
          <p:cNvSpPr>
            <a:spLocks noGrp="1"/>
          </p:cNvSpPr>
          <p:nvPr userDrawn="1">
            <p:ph type="body" sz="quarter" idx="16" hasCustomPrompt="1"/>
          </p:nvPr>
        </p:nvSpPr>
        <p:spPr>
          <a:xfrm>
            <a:off x="1235429" y="4445680"/>
            <a:ext cx="3017520" cy="328613"/>
          </a:xfrm>
        </p:spPr>
        <p:txBody>
          <a:bodyPr anchor="ctr">
            <a:normAutofit/>
          </a:bodyPr>
          <a:lstStyle>
            <a:lvl1pPr marL="0" indent="0" algn="ctr">
              <a:buNone/>
              <a:defRPr sz="1200" b="1">
                <a:solidFill>
                  <a:schemeClr val="bg1"/>
                </a:solidFill>
              </a:defRPr>
            </a:lvl1pPr>
          </a:lstStyle>
          <a:p>
            <a:pPr lvl="0"/>
            <a:r>
              <a:rPr lang="en-US"/>
              <a:t>&lt;End Date&gt;</a:t>
            </a:r>
          </a:p>
        </p:txBody>
      </p:sp>
      <p:grpSp>
        <p:nvGrpSpPr>
          <p:cNvPr id="48" name="Group 47">
            <a:extLst>
              <a:ext uri="{FF2B5EF4-FFF2-40B4-BE49-F238E27FC236}">
                <a16:creationId xmlns:a16="http://schemas.microsoft.com/office/drawing/2014/main" id="{7380CC3F-BC5D-1780-867F-E9885D12EC57}"/>
              </a:ext>
            </a:extLst>
          </p:cNvPr>
          <p:cNvGrpSpPr/>
          <p:nvPr userDrawn="1"/>
        </p:nvGrpSpPr>
        <p:grpSpPr>
          <a:xfrm>
            <a:off x="629621" y="4336094"/>
            <a:ext cx="510639" cy="510639"/>
            <a:chOff x="629621" y="4622585"/>
            <a:chExt cx="510639" cy="510639"/>
          </a:xfrm>
        </p:grpSpPr>
        <p:sp>
          <p:nvSpPr>
            <p:cNvPr id="44" name="Rectangle: Rounded Corners 43">
              <a:extLst>
                <a:ext uri="{FF2B5EF4-FFF2-40B4-BE49-F238E27FC236}">
                  <a16:creationId xmlns:a16="http://schemas.microsoft.com/office/drawing/2014/main" id="{10C414C0-3EF8-DB56-9068-8D8473DCF039}"/>
                </a:ext>
              </a:extLst>
            </p:cNvPr>
            <p:cNvSpPr/>
            <p:nvPr userDrawn="1"/>
          </p:nvSpPr>
          <p:spPr>
            <a:xfrm>
              <a:off x="629621" y="4622585"/>
              <a:ext cx="510639" cy="510639"/>
            </a:xfrm>
            <a:prstGeom prst="roundRect">
              <a:avLst/>
            </a:prstGeom>
            <a:solidFill>
              <a:schemeClr val="bg2">
                <a:lumMod val="9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pic>
          <p:nvPicPr>
            <p:cNvPr id="47" name="Picture 6" descr="Release Date Icons - Free SVG &amp; PNG Release Date Images - Noun Project">
              <a:extLst>
                <a:ext uri="{FF2B5EF4-FFF2-40B4-BE49-F238E27FC236}">
                  <a16:creationId xmlns:a16="http://schemas.microsoft.com/office/drawing/2014/main" id="{5F6BF5F3-D946-F7D6-42D0-2375BE68A9E0}"/>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671927" y="4664891"/>
              <a:ext cx="426027" cy="426027"/>
            </a:xfrm>
            <a:prstGeom prst="rect">
              <a:avLst/>
            </a:prstGeom>
            <a:noFill/>
            <a:extLst>
              <a:ext uri="{909E8E84-426E-40DD-AFC4-6F175D3DCCD1}">
                <a14:hiddenFill xmlns:a14="http://schemas.microsoft.com/office/drawing/2010/main">
                  <a:solidFill>
                    <a:srgbClr val="FFFFFF"/>
                  </a:solidFill>
                </a14:hiddenFill>
              </a:ext>
            </a:extLst>
          </p:spPr>
        </p:pic>
      </p:grpSp>
      <p:sp>
        <p:nvSpPr>
          <p:cNvPr id="55" name="Rectangle: Rounded Corners 54">
            <a:extLst>
              <a:ext uri="{FF2B5EF4-FFF2-40B4-BE49-F238E27FC236}">
                <a16:creationId xmlns:a16="http://schemas.microsoft.com/office/drawing/2014/main" id="{D095CCBB-2CD0-FBF6-A4F6-FA2035B15E4F}"/>
              </a:ext>
            </a:extLst>
          </p:cNvPr>
          <p:cNvSpPr/>
          <p:nvPr userDrawn="1"/>
        </p:nvSpPr>
        <p:spPr>
          <a:xfrm>
            <a:off x="930234" y="5133196"/>
            <a:ext cx="3579294" cy="914400"/>
          </a:xfrm>
          <a:prstGeom prst="roundRect">
            <a:avLst>
              <a:gd name="adj" fmla="val 9524"/>
            </a:avLst>
          </a:prstGeom>
          <a:solidFill>
            <a:srgbClr val="006E74"/>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rgbClr val="000000"/>
          </a:effectRef>
          <a:fontRef idx="minor">
            <a:schemeClr val="bg1"/>
          </a:fontRef>
        </p:style>
        <p:txBody>
          <a:bodyPr rtlCol="0" anchor="t"/>
          <a:lstStyle/>
          <a:p>
            <a:pPr marR="0" lvl="0" indent="0" algn="ctr" fontAlgn="auto">
              <a:lnSpc>
                <a:spcPct val="100000"/>
              </a:lnSpc>
              <a:spcBef>
                <a:spcPts val="0"/>
              </a:spcBef>
              <a:spcAft>
                <a:spcPts val="0"/>
              </a:spcAft>
              <a:buClrTx/>
              <a:buSzTx/>
              <a:buFontTx/>
              <a:buNone/>
              <a:tabLst/>
            </a:pPr>
            <a:r>
              <a:rPr kumimoji="0" lang="en-US" sz="1600" b="1" i="0" u="none" strike="noStrike" cap="none" spc="0" normalizeH="0" baseline="0" noProof="0">
                <a:ln>
                  <a:noFill/>
                </a:ln>
                <a:solidFill>
                  <a:srgbClr val="FFC000"/>
                </a:solidFill>
                <a:effectLst/>
                <a:uLnTx/>
                <a:uFillTx/>
                <a:latin typeface="Arial"/>
              </a:rPr>
              <a:t>Status Period</a:t>
            </a:r>
          </a:p>
        </p:txBody>
      </p:sp>
      <p:sp>
        <p:nvSpPr>
          <p:cNvPr id="56" name="Text Placeholder 29">
            <a:extLst>
              <a:ext uri="{FF2B5EF4-FFF2-40B4-BE49-F238E27FC236}">
                <a16:creationId xmlns:a16="http://schemas.microsoft.com/office/drawing/2014/main" id="{437CC792-24A6-7EEA-7CB6-4D69DD44D316}"/>
              </a:ext>
            </a:extLst>
          </p:cNvPr>
          <p:cNvSpPr>
            <a:spLocks noGrp="1"/>
          </p:cNvSpPr>
          <p:nvPr>
            <p:ph type="body" sz="quarter" idx="17" hasCustomPrompt="1"/>
          </p:nvPr>
        </p:nvSpPr>
        <p:spPr>
          <a:xfrm>
            <a:off x="1231240" y="5531033"/>
            <a:ext cx="3017520" cy="328613"/>
          </a:xfrm>
        </p:spPr>
        <p:txBody>
          <a:bodyPr anchor="ctr">
            <a:normAutofit/>
          </a:bodyPr>
          <a:lstStyle>
            <a:lvl1pPr marL="0" indent="0" algn="ctr">
              <a:buNone/>
              <a:defRPr sz="1200" b="1">
                <a:solidFill>
                  <a:schemeClr val="bg1"/>
                </a:solidFill>
              </a:defRPr>
            </a:lvl1pPr>
          </a:lstStyle>
          <a:p>
            <a:pPr lvl="0"/>
            <a:r>
              <a:rPr lang="en-US"/>
              <a:t>&lt;Start Date&gt; - &lt;End Date&gt;</a:t>
            </a:r>
          </a:p>
        </p:txBody>
      </p:sp>
      <p:grpSp>
        <p:nvGrpSpPr>
          <p:cNvPr id="57" name="Group 56">
            <a:extLst>
              <a:ext uri="{FF2B5EF4-FFF2-40B4-BE49-F238E27FC236}">
                <a16:creationId xmlns:a16="http://schemas.microsoft.com/office/drawing/2014/main" id="{D6ACE069-2030-8649-0134-7675A5F91F11}"/>
              </a:ext>
            </a:extLst>
          </p:cNvPr>
          <p:cNvGrpSpPr/>
          <p:nvPr userDrawn="1"/>
        </p:nvGrpSpPr>
        <p:grpSpPr>
          <a:xfrm>
            <a:off x="625433" y="5335077"/>
            <a:ext cx="510639" cy="510639"/>
            <a:chOff x="629621" y="4622585"/>
            <a:chExt cx="510639" cy="510639"/>
          </a:xfrm>
        </p:grpSpPr>
        <p:sp>
          <p:nvSpPr>
            <p:cNvPr id="58" name="Rectangle: Rounded Corners 57">
              <a:extLst>
                <a:ext uri="{FF2B5EF4-FFF2-40B4-BE49-F238E27FC236}">
                  <a16:creationId xmlns:a16="http://schemas.microsoft.com/office/drawing/2014/main" id="{5B339311-3363-482B-A76C-480625DF631D}"/>
                </a:ext>
              </a:extLst>
            </p:cNvPr>
            <p:cNvSpPr/>
            <p:nvPr userDrawn="1"/>
          </p:nvSpPr>
          <p:spPr>
            <a:xfrm>
              <a:off x="629621" y="4622585"/>
              <a:ext cx="510639" cy="510639"/>
            </a:xfrm>
            <a:prstGeom prst="roundRect">
              <a:avLst/>
            </a:prstGeom>
            <a:solidFill>
              <a:schemeClr val="bg2">
                <a:lumMod val="9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pic>
          <p:nvPicPr>
            <p:cNvPr id="59" name="Picture 6" descr="Release Date Icons - Free SVG &amp; PNG Release Date Images - Noun Project">
              <a:extLst>
                <a:ext uri="{FF2B5EF4-FFF2-40B4-BE49-F238E27FC236}">
                  <a16:creationId xmlns:a16="http://schemas.microsoft.com/office/drawing/2014/main" id="{C4EAA192-C380-D8F6-0444-1DBA6D02640C}"/>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671927" y="4664891"/>
              <a:ext cx="426027" cy="426027"/>
            </a:xfrm>
            <a:prstGeom prst="rect">
              <a:avLst/>
            </a:prstGeom>
            <a:noFill/>
            <a:extLst>
              <a:ext uri="{909E8E84-426E-40DD-AFC4-6F175D3DCCD1}">
                <a14:hiddenFill xmlns:a14="http://schemas.microsoft.com/office/drawing/2010/main">
                  <a:solidFill>
                    <a:srgbClr val="FFFFFF"/>
                  </a:solidFill>
                </a14:hiddenFill>
              </a:ext>
            </a:extLst>
          </p:spPr>
        </p:pic>
      </p:grpSp>
      <p:sp>
        <p:nvSpPr>
          <p:cNvPr id="61" name="Text Placeholder 60">
            <a:extLst>
              <a:ext uri="{FF2B5EF4-FFF2-40B4-BE49-F238E27FC236}">
                <a16:creationId xmlns:a16="http://schemas.microsoft.com/office/drawing/2014/main" id="{782F804C-1276-01FE-B56C-35B3E5EFB842}"/>
              </a:ext>
            </a:extLst>
          </p:cNvPr>
          <p:cNvSpPr>
            <a:spLocks noGrp="1"/>
          </p:cNvSpPr>
          <p:nvPr>
            <p:ph type="body" sz="quarter" idx="18" hasCustomPrompt="1"/>
          </p:nvPr>
        </p:nvSpPr>
        <p:spPr>
          <a:xfrm>
            <a:off x="4821382" y="5530850"/>
            <a:ext cx="6895605" cy="681107"/>
          </a:xfrm>
          <a:solidFill>
            <a:schemeClr val="bg1"/>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nchor="ctr"/>
          <a:lstStyle>
            <a:lvl1pPr marL="0" indent="0" algn="ctr">
              <a:buNone/>
              <a:defRPr sz="1200" b="1">
                <a:solidFill>
                  <a:schemeClr val="tx1"/>
                </a:solidFill>
              </a:defRPr>
            </a:lvl1pPr>
          </a:lstStyle>
          <a:p>
            <a:pPr lvl="0"/>
            <a:r>
              <a:rPr lang="en-US"/>
              <a:t>&lt;Project Health&gt; {Update Background(R, A, G) based on Project Health}</a:t>
            </a:r>
          </a:p>
        </p:txBody>
      </p:sp>
    </p:spTree>
    <p:extLst>
      <p:ext uri="{BB962C8B-B14F-4D97-AF65-F5344CB8AC3E}">
        <p14:creationId xmlns:p14="http://schemas.microsoft.com/office/powerpoint/2010/main" val="747249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rporate Factsheet">
    <p:bg>
      <p:bgRef idx="1001">
        <a:schemeClr val="bg2"/>
      </p:bgRef>
    </p:bg>
    <p:spTree>
      <p:nvGrpSpPr>
        <p:cNvPr id="1" name=""/>
        <p:cNvGrpSpPr/>
        <p:nvPr/>
      </p:nvGrpSpPr>
      <p:grpSpPr>
        <a:xfrm>
          <a:off x="0" y="0"/>
          <a:ext cx="0" cy="0"/>
          <a:chOff x="0" y="0"/>
          <a:chExt cx="0" cy="0"/>
        </a:xfrm>
      </p:grpSpPr>
      <p:sp>
        <p:nvSpPr>
          <p:cNvPr id="3" name="Text">
            <a:extLst>
              <a:ext uri="{FF2B5EF4-FFF2-40B4-BE49-F238E27FC236}">
                <a16:creationId xmlns:a16="http://schemas.microsoft.com/office/drawing/2014/main" id="{A0CB00BB-E975-8547-9DD4-8C2702FDE56A}"/>
              </a:ext>
            </a:extLst>
          </p:cNvPr>
          <p:cNvSpPr txBox="1"/>
          <p:nvPr userDrawn="1"/>
        </p:nvSpPr>
        <p:spPr>
          <a:xfrm>
            <a:off x="365759" y="365760"/>
            <a:ext cx="7318951" cy="1188720"/>
          </a:xfrm>
          <a:prstGeom prst="rect">
            <a:avLst/>
          </a:prstGeom>
          <a:noFill/>
        </p:spPr>
        <p:txBody>
          <a:bodyPr wrap="square" lIns="0" tIns="0" rIns="0" bIns="0" rtlCol="0">
            <a:noAutofit/>
          </a:bodyPr>
          <a:lstStyle/>
          <a:p>
            <a:pPr>
              <a:lnSpc>
                <a:spcPct val="95000"/>
              </a:lnSpc>
              <a:buSzPct val="100000"/>
            </a:pPr>
            <a:r>
              <a:rPr lang="en-US" sz="3200" b="1"/>
              <a:t>Who we are</a:t>
            </a:r>
          </a:p>
        </p:txBody>
      </p:sp>
      <p:graphicFrame>
        <p:nvGraphicFramePr>
          <p:cNvPr id="5" name="Table">
            <a:extLst>
              <a:ext uri="{FF2B5EF4-FFF2-40B4-BE49-F238E27FC236}">
                <a16:creationId xmlns:a16="http://schemas.microsoft.com/office/drawing/2014/main" id="{FDD9A781-AAB3-1F4F-B85C-5BAB8117F4EB}"/>
              </a:ext>
            </a:extLst>
          </p:cNvPr>
          <p:cNvGraphicFramePr>
            <a:graphicFrameLocks noGrp="1"/>
          </p:cNvGraphicFramePr>
          <p:nvPr userDrawn="1">
            <p:extLst>
              <p:ext uri="{D42A27DB-BD31-4B8C-83A1-F6EECF244321}">
                <p14:modId xmlns:p14="http://schemas.microsoft.com/office/powerpoint/2010/main" val="101797842"/>
              </p:ext>
            </p:extLst>
          </p:nvPr>
        </p:nvGraphicFramePr>
        <p:xfrm>
          <a:off x="365758" y="1554480"/>
          <a:ext cx="4724638" cy="2340864"/>
        </p:xfrm>
        <a:graphic>
          <a:graphicData uri="http://schemas.openxmlformats.org/drawingml/2006/table">
            <a:tbl>
              <a:tblPr>
                <a:tableStyleId>{2D5ABB26-0587-4C30-8999-92F81FD0307C}</a:tableStyleId>
              </a:tblPr>
              <a:tblGrid>
                <a:gridCol w="4724638">
                  <a:extLst>
                    <a:ext uri="{9D8B030D-6E8A-4147-A177-3AD203B41FA5}">
                      <a16:colId xmlns:a16="http://schemas.microsoft.com/office/drawing/2014/main" val="2301779111"/>
                    </a:ext>
                  </a:extLst>
                </a:gridCol>
              </a:tblGrid>
              <a:tr h="879476">
                <a:tc>
                  <a:txBody>
                    <a:bodyPr/>
                    <a:lstStyle/>
                    <a:p>
                      <a:pPr>
                        <a:lnSpc>
                          <a:spcPct val="80000"/>
                        </a:lnSpc>
                      </a:pPr>
                      <a:r>
                        <a:rPr lang="en-US" sz="9600" spc="-100" baseline="0"/>
                        <a:t>Impact</a:t>
                      </a:r>
                    </a:p>
                    <a:p>
                      <a:pPr>
                        <a:lnSpc>
                          <a:spcPct val="80000"/>
                        </a:lnSpc>
                      </a:pPr>
                      <a:r>
                        <a:rPr lang="en-US" sz="9600" spc="-100" baseline="0"/>
                        <a:t>unbound</a:t>
                      </a:r>
                    </a:p>
                  </a:txBody>
                  <a:tcPr marL="0" marR="0" marT="0" marB="0"/>
                </a:tc>
                <a:extLst>
                  <a:ext uri="{0D108BD9-81ED-4DB2-BD59-A6C34878D82A}">
                    <a16:rowId xmlns:a16="http://schemas.microsoft.com/office/drawing/2014/main" val="2389767732"/>
                  </a:ext>
                </a:extLst>
              </a:tr>
            </a:tbl>
          </a:graphicData>
        </a:graphic>
      </p:graphicFrame>
      <p:sp>
        <p:nvSpPr>
          <p:cNvPr id="6" name="Rectangle">
            <a:extLst>
              <a:ext uri="{FF2B5EF4-FFF2-40B4-BE49-F238E27FC236}">
                <a16:creationId xmlns:a16="http://schemas.microsoft.com/office/drawing/2014/main" id="{301406CB-2148-E947-9390-7E9AA616ECB1}"/>
              </a:ext>
            </a:extLst>
          </p:cNvPr>
          <p:cNvSpPr/>
          <p:nvPr userDrawn="1"/>
        </p:nvSpPr>
        <p:spPr>
          <a:xfrm>
            <a:off x="1816100" y="4023360"/>
            <a:ext cx="2478659" cy="2059940"/>
          </a:xfrm>
          <a:prstGeom prst="rect">
            <a:avLst/>
          </a:prstGeom>
          <a:solidFill>
            <a:srgbClr val="006E74"/>
          </a:solidFill>
          <a:ln>
            <a:noFill/>
          </a:ln>
        </p:spPr>
        <p:style>
          <a:lnRef idx="0">
            <a:schemeClr val="accent1"/>
          </a:lnRef>
          <a:fillRef idx="1">
            <a:schemeClr val="accent1"/>
          </a:fillRef>
          <a:effectRef idx="0">
            <a:srgbClr val="000000"/>
          </a:effectRef>
          <a:fontRef idx="minor">
            <a:schemeClr val="bg1"/>
          </a:fontRef>
        </p:style>
        <p:txBody>
          <a:bodyPr lIns="274320" tIns="91440" bIns="91440" rtlCol="0" anchor="ctr" anchorCtr="0"/>
          <a:lstStyle/>
          <a:p>
            <a:r>
              <a:rPr lang="en-US"/>
              <a:t>Transforming the world's best companies through the power of technology.</a:t>
            </a:r>
          </a:p>
        </p:txBody>
      </p:sp>
      <p:grpSp>
        <p:nvGrpSpPr>
          <p:cNvPr id="7" name="Group">
            <a:extLst>
              <a:ext uri="{FF2B5EF4-FFF2-40B4-BE49-F238E27FC236}">
                <a16:creationId xmlns:a16="http://schemas.microsoft.com/office/drawing/2014/main" id="{73E17E7C-7BE8-4C48-80C8-1EFDE1F20B86}"/>
              </a:ext>
            </a:extLst>
          </p:cNvPr>
          <p:cNvGrpSpPr/>
          <p:nvPr userDrawn="1"/>
        </p:nvGrpSpPr>
        <p:grpSpPr>
          <a:xfrm>
            <a:off x="5611672" y="-1"/>
            <a:ext cx="5489145" cy="6858001"/>
            <a:chOff x="5611672" y="-1"/>
            <a:chExt cx="5489145" cy="6858001"/>
          </a:xfrm>
        </p:grpSpPr>
        <p:cxnSp>
          <p:nvCxnSpPr>
            <p:cNvPr id="8" name="Line">
              <a:extLst>
                <a:ext uri="{FF2B5EF4-FFF2-40B4-BE49-F238E27FC236}">
                  <a16:creationId xmlns:a16="http://schemas.microsoft.com/office/drawing/2014/main" id="{DF5BABAE-BBAB-2144-B34B-0BA7DE7A83FB}"/>
                </a:ext>
              </a:extLst>
            </p:cNvPr>
            <p:cNvCxnSpPr>
              <a:cxnSpLocks/>
            </p:cNvCxnSpPr>
            <p:nvPr/>
          </p:nvCxnSpPr>
          <p:spPr>
            <a:xfrm>
              <a:off x="7900416" y="-1"/>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9" name="Text">
              <a:extLst>
                <a:ext uri="{FF2B5EF4-FFF2-40B4-BE49-F238E27FC236}">
                  <a16:creationId xmlns:a16="http://schemas.microsoft.com/office/drawing/2014/main" id="{F797171B-92E3-7C4D-99EA-F8D05B4C8945}"/>
                </a:ext>
              </a:extLst>
            </p:cNvPr>
            <p:cNvSpPr txBox="1"/>
            <p:nvPr/>
          </p:nvSpPr>
          <p:spPr>
            <a:xfrm>
              <a:off x="7900416" y="868679"/>
              <a:ext cx="3200400" cy="1054099"/>
            </a:xfrm>
            <a:prstGeom prst="rect">
              <a:avLst/>
            </a:prstGeom>
            <a:noFill/>
          </p:spPr>
          <p:txBody>
            <a:bodyPr wrap="square" lIns="0" tIns="0" rIns="0" bIns="0" rtlCol="0" anchor="ctr" anchorCtr="0">
              <a:noAutofit/>
            </a:bodyPr>
            <a:lstStyle/>
            <a:p>
              <a:pPr>
                <a:spcAft>
                  <a:spcPts val="300"/>
                </a:spcAft>
                <a:buSzPct val="100000"/>
              </a:pPr>
              <a:r>
                <a:rPr lang="en-US" sz="1000" b="1"/>
                <a:t>Our history</a:t>
              </a:r>
            </a:p>
            <a:p>
              <a:pPr>
                <a:spcBef>
                  <a:spcPts val="300"/>
                </a:spcBef>
                <a:buSzPct val="100000"/>
              </a:pPr>
              <a:r>
                <a:rPr lang="en-US" sz="1000"/>
                <a:t>Born digital in 1999</a:t>
              </a:r>
            </a:p>
            <a:p>
              <a:pPr>
                <a:spcBef>
                  <a:spcPts val="300"/>
                </a:spcBef>
                <a:buSzPct val="100000"/>
              </a:pPr>
              <a:r>
                <a:rPr lang="en-US" sz="1000"/>
                <a:t>HQ. Orange County, CA</a:t>
              </a:r>
            </a:p>
            <a:p>
              <a:pPr>
                <a:spcBef>
                  <a:spcPts val="300"/>
                </a:spcBef>
                <a:buSzPct val="100000"/>
              </a:pPr>
              <a:r>
                <a:rPr lang="en-US" sz="1000"/>
                <a:t>30,000⁺ employees</a:t>
              </a:r>
            </a:p>
            <a:p>
              <a:pPr>
                <a:spcBef>
                  <a:spcPts val="300"/>
                </a:spcBef>
                <a:buSzPct val="100000"/>
              </a:pPr>
              <a:r>
                <a:rPr lang="en-US" sz="1000"/>
                <a:t>140⁺ global 1000 clients</a:t>
              </a:r>
            </a:p>
          </p:txBody>
        </p:sp>
        <p:cxnSp>
          <p:nvCxnSpPr>
            <p:cNvPr id="10" name="Line">
              <a:extLst>
                <a:ext uri="{FF2B5EF4-FFF2-40B4-BE49-F238E27FC236}">
                  <a16:creationId xmlns:a16="http://schemas.microsoft.com/office/drawing/2014/main" id="{37B56125-9A27-864F-B63E-01B8C04224E5}"/>
                </a:ext>
              </a:extLst>
            </p:cNvPr>
            <p:cNvCxnSpPr>
              <a:cxnSpLocks/>
            </p:cNvCxnSpPr>
            <p:nvPr/>
          </p:nvCxnSpPr>
          <p:spPr>
            <a:xfrm flipH="1">
              <a:off x="7900415" y="1922778"/>
              <a:ext cx="2" cy="47443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1" name="Text">
              <a:extLst>
                <a:ext uri="{FF2B5EF4-FFF2-40B4-BE49-F238E27FC236}">
                  <a16:creationId xmlns:a16="http://schemas.microsoft.com/office/drawing/2014/main" id="{FCB43F01-E21E-C640-832F-7667C0320EF5}"/>
                </a:ext>
              </a:extLst>
            </p:cNvPr>
            <p:cNvSpPr txBox="1"/>
            <p:nvPr/>
          </p:nvSpPr>
          <p:spPr>
            <a:xfrm>
              <a:off x="5611672" y="2515869"/>
              <a:ext cx="2288743" cy="1508760"/>
            </a:xfrm>
            <a:prstGeom prst="rect">
              <a:avLst/>
            </a:prstGeom>
            <a:noFill/>
          </p:spPr>
          <p:txBody>
            <a:bodyPr wrap="square" lIns="0" tIns="0" rIns="0" bIns="0" rtlCol="0" anchor="ctr" anchorCtr="0">
              <a:noAutofit/>
            </a:bodyPr>
            <a:lstStyle/>
            <a:p>
              <a:pPr algn="r">
                <a:spcAft>
                  <a:spcPts val="300"/>
                </a:spcAft>
                <a:buSzPct val="100000"/>
              </a:pPr>
              <a:r>
                <a:rPr lang="en-US" sz="1000" b="1"/>
                <a:t>Industry verticals</a:t>
              </a:r>
            </a:p>
            <a:p>
              <a:pPr algn="r">
                <a:spcBef>
                  <a:spcPts val="300"/>
                </a:spcBef>
                <a:buSzPct val="100000"/>
              </a:pPr>
              <a:r>
                <a:rPr lang="en-US" sz="1000"/>
                <a:t>Financial Services</a:t>
              </a:r>
            </a:p>
            <a:p>
              <a:pPr algn="r">
                <a:spcBef>
                  <a:spcPts val="300"/>
                </a:spcBef>
                <a:buSzPct val="100000"/>
              </a:pPr>
              <a:r>
                <a:rPr lang="en-US" sz="1000"/>
                <a:t>Healthcare</a:t>
              </a:r>
            </a:p>
            <a:p>
              <a:pPr algn="r">
                <a:spcBef>
                  <a:spcPts val="300"/>
                </a:spcBef>
                <a:buSzPct val="100000"/>
              </a:pPr>
              <a:r>
                <a:rPr lang="en-US" sz="1000"/>
                <a:t>Retail &amp; CPG</a:t>
              </a:r>
            </a:p>
            <a:p>
              <a:pPr algn="r">
                <a:spcBef>
                  <a:spcPts val="300"/>
                </a:spcBef>
                <a:buSzPct val="100000"/>
              </a:pPr>
              <a:r>
                <a:rPr lang="en-US" sz="1000"/>
                <a:t>Manufacturing</a:t>
              </a:r>
            </a:p>
            <a:p>
              <a:pPr algn="r">
                <a:spcBef>
                  <a:spcPts val="300"/>
                </a:spcBef>
                <a:buSzPct val="100000"/>
              </a:pPr>
              <a:r>
                <a:rPr lang="en-US" sz="1000"/>
                <a:t>Technology, Media &amp; Telecom</a:t>
              </a:r>
            </a:p>
            <a:p>
              <a:pPr algn="r">
                <a:spcBef>
                  <a:spcPts val="300"/>
                </a:spcBef>
                <a:buSzPct val="100000"/>
              </a:pPr>
              <a:r>
                <a:rPr lang="en-US" sz="1000"/>
                <a:t>Semiconductor</a:t>
              </a:r>
            </a:p>
            <a:p>
              <a:pPr algn="r">
                <a:spcBef>
                  <a:spcPts val="300"/>
                </a:spcBef>
                <a:buSzPct val="100000"/>
              </a:pPr>
              <a:r>
                <a:rPr lang="en-US" sz="1000"/>
                <a:t>Public Sector</a:t>
              </a:r>
            </a:p>
          </p:txBody>
        </p:sp>
        <p:cxnSp>
          <p:nvCxnSpPr>
            <p:cNvPr id="12" name="Line">
              <a:extLst>
                <a:ext uri="{FF2B5EF4-FFF2-40B4-BE49-F238E27FC236}">
                  <a16:creationId xmlns:a16="http://schemas.microsoft.com/office/drawing/2014/main" id="{4EA3ACE4-7F44-B043-A746-A76826D9D641}"/>
                </a:ext>
              </a:extLst>
            </p:cNvPr>
            <p:cNvCxnSpPr>
              <a:cxnSpLocks/>
            </p:cNvCxnSpPr>
            <p:nvPr/>
          </p:nvCxnSpPr>
          <p:spPr>
            <a:xfrm>
              <a:off x="7900416" y="4127157"/>
              <a:ext cx="0" cy="49056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3" name="Text">
              <a:extLst>
                <a:ext uri="{FF2B5EF4-FFF2-40B4-BE49-F238E27FC236}">
                  <a16:creationId xmlns:a16="http://schemas.microsoft.com/office/drawing/2014/main" id="{679C62A1-7F75-E34D-8087-47017D45EF0B}"/>
                </a:ext>
              </a:extLst>
            </p:cNvPr>
            <p:cNvSpPr txBox="1"/>
            <p:nvPr/>
          </p:nvSpPr>
          <p:spPr>
            <a:xfrm>
              <a:off x="7900417" y="4615181"/>
              <a:ext cx="3200400" cy="1374139"/>
            </a:xfrm>
            <a:prstGeom prst="rect">
              <a:avLst/>
            </a:prstGeom>
            <a:noFill/>
          </p:spPr>
          <p:txBody>
            <a:bodyPr wrap="square" lIns="0" tIns="0" rIns="0" bIns="0" rtlCol="0" anchor="ctr" anchorCtr="0">
              <a:noAutofit/>
            </a:bodyPr>
            <a:lstStyle/>
            <a:p>
              <a:pPr>
                <a:spcAft>
                  <a:spcPts val="300"/>
                </a:spcAft>
                <a:buSzPct val="100000"/>
              </a:pPr>
              <a:r>
                <a:rPr lang="en-US" sz="1000" b="1"/>
                <a:t>Global presence</a:t>
              </a:r>
            </a:p>
            <a:p>
              <a:pPr>
                <a:spcBef>
                  <a:spcPts val="300"/>
                </a:spcBef>
                <a:buSzPct val="100000"/>
              </a:pPr>
              <a:r>
                <a:rPr lang="en-US" sz="1000"/>
                <a:t>30 countries</a:t>
              </a:r>
            </a:p>
            <a:p>
              <a:pPr>
                <a:spcBef>
                  <a:spcPts val="300"/>
                </a:spcBef>
                <a:buSzPct val="100000"/>
              </a:pPr>
              <a:r>
                <a:rPr lang="en-US" sz="1000"/>
                <a:t>79 offices worldwide</a:t>
              </a:r>
            </a:p>
            <a:p>
              <a:pPr>
                <a:spcBef>
                  <a:spcPts val="300"/>
                </a:spcBef>
                <a:buSzPct val="100000"/>
              </a:pPr>
              <a:r>
                <a:rPr lang="en-US" sz="1000"/>
                <a:t>USA, Canada, India, Malaysia, Singapore, Philippines, China, Taiwan, Australia, Israel, England, Bulgaria, France, Germany, Portugal, Poland, Spain, Mexico</a:t>
              </a:r>
            </a:p>
          </p:txBody>
        </p:sp>
        <p:cxnSp>
          <p:nvCxnSpPr>
            <p:cNvPr id="14" name="Line">
              <a:extLst>
                <a:ext uri="{FF2B5EF4-FFF2-40B4-BE49-F238E27FC236}">
                  <a16:creationId xmlns:a16="http://schemas.microsoft.com/office/drawing/2014/main" id="{CCD82F03-BAC0-F546-8719-87E64DDBA3A9}"/>
                </a:ext>
              </a:extLst>
            </p:cNvPr>
            <p:cNvCxnSpPr>
              <a:cxnSpLocks/>
            </p:cNvCxnSpPr>
            <p:nvPr/>
          </p:nvCxnSpPr>
          <p:spPr>
            <a:xfrm>
              <a:off x="7900416" y="5989320"/>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grpSp>
    </p:spTree>
    <p:extLst>
      <p:ext uri="{BB962C8B-B14F-4D97-AF65-F5344CB8AC3E}">
        <p14:creationId xmlns:p14="http://schemas.microsoft.com/office/powerpoint/2010/main" val="13140656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832">
          <p15:clr>
            <a:srgbClr val="FBAE40"/>
          </p15:clr>
        </p15:guide>
        <p15:guide id="3" orient="horz" pos="4148">
          <p15:clr>
            <a:srgbClr val="FBAE40"/>
          </p15:clr>
        </p15:guide>
        <p15:guide id="4" orient="horz" pos="11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Worldwide office locations">
    <p:bg>
      <p:bgPr>
        <a:solidFill>
          <a:srgbClr val="231F2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DA48B4B-3B81-F74C-8FE3-0FD399854022}"/>
              </a:ext>
            </a:extLst>
          </p:cNvPr>
          <p:cNvSpPr txBox="1">
            <a:spLocks/>
          </p:cNvSpPr>
          <p:nvPr userDrawn="1"/>
        </p:nvSpPr>
        <p:spPr>
          <a:xfrm>
            <a:off x="365760" y="365760"/>
            <a:ext cx="9972040" cy="914400"/>
          </a:xfrm>
          <a:prstGeom prst="rect">
            <a:avLst/>
          </a:prstGeom>
        </p:spPr>
        <p:txBody>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a:t>Where you'll find us</a:t>
            </a:r>
          </a:p>
        </p:txBody>
      </p:sp>
      <p:sp>
        <p:nvSpPr>
          <p:cNvPr id="4" name="World">
            <a:extLst>
              <a:ext uri="{FF2B5EF4-FFF2-40B4-BE49-F238E27FC236}">
                <a16:creationId xmlns:a16="http://schemas.microsoft.com/office/drawing/2014/main" id="{97ED8C1C-7434-9843-AF03-2E99D3463483}"/>
              </a:ext>
            </a:extLst>
          </p:cNvPr>
          <p:cNvSpPr>
            <a:spLocks noChangeAspect="1" noEditPoints="1"/>
          </p:cNvSpPr>
          <p:nvPr userDrawn="1"/>
        </p:nvSpPr>
        <p:spPr bwMode="auto">
          <a:xfrm>
            <a:off x="3510188" y="1253592"/>
            <a:ext cx="8202168" cy="4251960"/>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Square">
            <a:extLst>
              <a:ext uri="{FF2B5EF4-FFF2-40B4-BE49-F238E27FC236}">
                <a16:creationId xmlns:a16="http://schemas.microsoft.com/office/drawing/2014/main" id="{31347C3B-B78C-C546-8AF0-CD31ADB556BD}"/>
              </a:ext>
            </a:extLst>
          </p:cNvPr>
          <p:cNvSpPr>
            <a:spLocks noChangeAspect="1"/>
          </p:cNvSpPr>
          <p:nvPr userDrawn="1"/>
        </p:nvSpPr>
        <p:spPr bwMode="auto">
          <a:xfrm>
            <a:off x="4459229" y="2991734"/>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Square">
            <a:extLst>
              <a:ext uri="{FF2B5EF4-FFF2-40B4-BE49-F238E27FC236}">
                <a16:creationId xmlns:a16="http://schemas.microsoft.com/office/drawing/2014/main" id="{059E63DB-127F-D840-82F8-A0B0612D5970}"/>
              </a:ext>
            </a:extLst>
          </p:cNvPr>
          <p:cNvSpPr>
            <a:spLocks noChangeAspect="1"/>
          </p:cNvSpPr>
          <p:nvPr userDrawn="1"/>
        </p:nvSpPr>
        <p:spPr bwMode="auto">
          <a:xfrm>
            <a:off x="4910701" y="3439727"/>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Square">
            <a:extLst>
              <a:ext uri="{FF2B5EF4-FFF2-40B4-BE49-F238E27FC236}">
                <a16:creationId xmlns:a16="http://schemas.microsoft.com/office/drawing/2014/main" id="{368F0EA9-6C41-F745-9BD8-79E417397172}"/>
              </a:ext>
            </a:extLst>
          </p:cNvPr>
          <p:cNvSpPr>
            <a:spLocks noChangeAspect="1"/>
          </p:cNvSpPr>
          <p:nvPr userDrawn="1"/>
        </p:nvSpPr>
        <p:spPr bwMode="auto">
          <a:xfrm>
            <a:off x="5683943" y="258110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Square">
            <a:extLst>
              <a:ext uri="{FF2B5EF4-FFF2-40B4-BE49-F238E27FC236}">
                <a16:creationId xmlns:a16="http://schemas.microsoft.com/office/drawing/2014/main" id="{30822C56-0F20-B849-B880-A56543C1EF97}"/>
              </a:ext>
            </a:extLst>
          </p:cNvPr>
          <p:cNvSpPr>
            <a:spLocks noChangeAspect="1"/>
          </p:cNvSpPr>
          <p:nvPr userDrawn="1"/>
        </p:nvSpPr>
        <p:spPr bwMode="auto">
          <a:xfrm>
            <a:off x="7056004" y="2890532"/>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Square">
            <a:extLst>
              <a:ext uri="{FF2B5EF4-FFF2-40B4-BE49-F238E27FC236}">
                <a16:creationId xmlns:a16="http://schemas.microsoft.com/office/drawing/2014/main" id="{051F22B7-A041-4F4E-BAE0-775F06D9E63A}"/>
              </a:ext>
            </a:extLst>
          </p:cNvPr>
          <p:cNvSpPr>
            <a:spLocks noChangeAspect="1"/>
          </p:cNvSpPr>
          <p:nvPr userDrawn="1"/>
        </p:nvSpPr>
        <p:spPr bwMode="auto">
          <a:xfrm>
            <a:off x="7564061" y="2470978"/>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Square">
            <a:extLst>
              <a:ext uri="{FF2B5EF4-FFF2-40B4-BE49-F238E27FC236}">
                <a16:creationId xmlns:a16="http://schemas.microsoft.com/office/drawing/2014/main" id="{C26B72E0-E378-9C45-9FB9-986A0D890D9B}"/>
              </a:ext>
            </a:extLst>
          </p:cNvPr>
          <p:cNvSpPr>
            <a:spLocks noChangeAspect="1"/>
          </p:cNvSpPr>
          <p:nvPr userDrawn="1"/>
        </p:nvSpPr>
        <p:spPr bwMode="auto">
          <a:xfrm>
            <a:off x="9988821" y="324267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Square">
            <a:extLst>
              <a:ext uri="{FF2B5EF4-FFF2-40B4-BE49-F238E27FC236}">
                <a16:creationId xmlns:a16="http://schemas.microsoft.com/office/drawing/2014/main" id="{8DF8FA9E-7DCF-194C-B2AE-D8295E58B01B}"/>
              </a:ext>
            </a:extLst>
          </p:cNvPr>
          <p:cNvSpPr>
            <a:spLocks noChangeAspect="1"/>
          </p:cNvSpPr>
          <p:nvPr userDrawn="1"/>
        </p:nvSpPr>
        <p:spPr bwMode="auto">
          <a:xfrm>
            <a:off x="7173834" y="2428338"/>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Square">
            <a:extLst>
              <a:ext uri="{FF2B5EF4-FFF2-40B4-BE49-F238E27FC236}">
                <a16:creationId xmlns:a16="http://schemas.microsoft.com/office/drawing/2014/main" id="{A9D6CDDE-29C0-B34E-A0A0-F20361CFB3FB}"/>
              </a:ext>
            </a:extLst>
          </p:cNvPr>
          <p:cNvSpPr>
            <a:spLocks noChangeAspect="1"/>
          </p:cNvSpPr>
          <p:nvPr userDrawn="1"/>
        </p:nvSpPr>
        <p:spPr bwMode="auto">
          <a:xfrm>
            <a:off x="5474349" y="241101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Square">
            <a:extLst>
              <a:ext uri="{FF2B5EF4-FFF2-40B4-BE49-F238E27FC236}">
                <a16:creationId xmlns:a16="http://schemas.microsoft.com/office/drawing/2014/main" id="{00DF4B66-6261-8047-A165-EE326A4F62A2}"/>
              </a:ext>
            </a:extLst>
          </p:cNvPr>
          <p:cNvSpPr>
            <a:spLocks noChangeAspect="1"/>
          </p:cNvSpPr>
          <p:nvPr userDrawn="1"/>
        </p:nvSpPr>
        <p:spPr bwMode="auto">
          <a:xfrm>
            <a:off x="5328530" y="2592353"/>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Square">
            <a:extLst>
              <a:ext uri="{FF2B5EF4-FFF2-40B4-BE49-F238E27FC236}">
                <a16:creationId xmlns:a16="http://schemas.microsoft.com/office/drawing/2014/main" id="{E03427C8-ABC2-744F-A5B8-693074AE79A0}"/>
              </a:ext>
            </a:extLst>
          </p:cNvPr>
          <p:cNvSpPr>
            <a:spLocks noChangeAspect="1"/>
          </p:cNvSpPr>
          <p:nvPr userDrawn="1"/>
        </p:nvSpPr>
        <p:spPr bwMode="auto">
          <a:xfrm>
            <a:off x="5056661" y="3385866"/>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Square">
            <a:extLst>
              <a:ext uri="{FF2B5EF4-FFF2-40B4-BE49-F238E27FC236}">
                <a16:creationId xmlns:a16="http://schemas.microsoft.com/office/drawing/2014/main" id="{669CCC4B-3FF3-624B-9895-A87337F551A9}"/>
              </a:ext>
            </a:extLst>
          </p:cNvPr>
          <p:cNvSpPr>
            <a:spLocks noChangeAspect="1"/>
          </p:cNvSpPr>
          <p:nvPr userDrawn="1"/>
        </p:nvSpPr>
        <p:spPr bwMode="auto">
          <a:xfrm>
            <a:off x="8972526" y="3652651"/>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Square">
            <a:extLst>
              <a:ext uri="{FF2B5EF4-FFF2-40B4-BE49-F238E27FC236}">
                <a16:creationId xmlns:a16="http://schemas.microsoft.com/office/drawing/2014/main" id="{AD6346E5-7E1E-314D-BE49-D472D2130095}"/>
              </a:ext>
            </a:extLst>
          </p:cNvPr>
          <p:cNvSpPr>
            <a:spLocks noChangeAspect="1"/>
          </p:cNvSpPr>
          <p:nvPr userDrawn="1"/>
        </p:nvSpPr>
        <p:spPr bwMode="auto">
          <a:xfrm>
            <a:off x="10109817" y="3593620"/>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20" name="Group 19">
            <a:extLst>
              <a:ext uri="{FF2B5EF4-FFF2-40B4-BE49-F238E27FC236}">
                <a16:creationId xmlns:a16="http://schemas.microsoft.com/office/drawing/2014/main" id="{CD52518A-0434-9148-B978-9DFAC7B711A0}"/>
              </a:ext>
            </a:extLst>
          </p:cNvPr>
          <p:cNvGrpSpPr/>
          <p:nvPr userDrawn="1"/>
        </p:nvGrpSpPr>
        <p:grpSpPr>
          <a:xfrm>
            <a:off x="505022" y="1248216"/>
            <a:ext cx="2393683" cy="493424"/>
            <a:chOff x="505022" y="1102421"/>
            <a:chExt cx="2393683" cy="493424"/>
          </a:xfrm>
        </p:grpSpPr>
        <p:sp>
          <p:nvSpPr>
            <p:cNvPr id="21" name="TextBox 20">
              <a:extLst>
                <a:ext uri="{FF2B5EF4-FFF2-40B4-BE49-F238E27FC236}">
                  <a16:creationId xmlns:a16="http://schemas.microsoft.com/office/drawing/2014/main" id="{21F825BE-DB9D-7E4F-B5C3-CD3C2CA3B828}"/>
                </a:ext>
              </a:extLst>
            </p:cNvPr>
            <p:cNvSpPr txBox="1"/>
            <p:nvPr/>
          </p:nvSpPr>
          <p:spPr>
            <a:xfrm>
              <a:off x="775880" y="1411179"/>
              <a:ext cx="1253548" cy="184666"/>
            </a:xfrm>
            <a:prstGeom prst="rect">
              <a:avLst/>
            </a:prstGeom>
            <a:noFill/>
          </p:spPr>
          <p:txBody>
            <a:bodyPr wrap="none" lIns="0" tIns="0" rIns="0" bIns="0" rtlCol="0">
              <a:spAutoFit/>
            </a:bodyPr>
            <a:lstStyle/>
            <a:p>
              <a:pPr>
                <a:lnSpc>
                  <a:spcPct val="100000"/>
                </a:lnSpc>
                <a:spcBef>
                  <a:spcPts val="1200"/>
                </a:spcBef>
                <a:buSzPct val="100000"/>
              </a:pPr>
              <a:r>
                <a:rPr lang="en-GB" sz="1200"/>
                <a:t>Operation </a:t>
              </a:r>
              <a:r>
                <a:rPr lang="en-GB" sz="1200" err="1"/>
                <a:t>Centers</a:t>
              </a:r>
              <a:endParaRPr lang="en-GB" sz="1200"/>
            </a:p>
          </p:txBody>
        </p:sp>
        <p:sp>
          <p:nvSpPr>
            <p:cNvPr id="22" name="Square">
              <a:extLst>
                <a:ext uri="{FF2B5EF4-FFF2-40B4-BE49-F238E27FC236}">
                  <a16:creationId xmlns:a16="http://schemas.microsoft.com/office/drawing/2014/main" id="{3CD37C21-CBA4-D14E-95B0-023C0E800BA5}"/>
                </a:ext>
              </a:extLst>
            </p:cNvPr>
            <p:cNvSpPr>
              <a:spLocks noChangeAspect="1"/>
            </p:cNvSpPr>
            <p:nvPr/>
          </p:nvSpPr>
          <p:spPr bwMode="auto">
            <a:xfrm>
              <a:off x="505022" y="1130730"/>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3" name="Square">
              <a:extLst>
                <a:ext uri="{FF2B5EF4-FFF2-40B4-BE49-F238E27FC236}">
                  <a16:creationId xmlns:a16="http://schemas.microsoft.com/office/drawing/2014/main" id="{E14F2041-438F-6D47-AAD2-263C6FB3EABB}"/>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4" name="TextBox 23">
              <a:extLst>
                <a:ext uri="{FF2B5EF4-FFF2-40B4-BE49-F238E27FC236}">
                  <a16:creationId xmlns:a16="http://schemas.microsoft.com/office/drawing/2014/main" id="{214B06A6-04CA-4147-81BF-C8AD4E872EBF}"/>
                </a:ext>
              </a:extLst>
            </p:cNvPr>
            <p:cNvSpPr txBox="1"/>
            <p:nvPr/>
          </p:nvSpPr>
          <p:spPr>
            <a:xfrm>
              <a:off x="775880" y="1102421"/>
              <a:ext cx="2122825" cy="184666"/>
            </a:xfrm>
            <a:prstGeom prst="rect">
              <a:avLst/>
            </a:prstGeom>
            <a:noFill/>
          </p:spPr>
          <p:txBody>
            <a:bodyPr wrap="none" lIns="0" tIns="0" rIns="0" bIns="0" rtlCol="0">
              <a:spAutoFit/>
            </a:bodyPr>
            <a:lstStyle/>
            <a:p>
              <a:pPr>
                <a:lnSpc>
                  <a:spcPct val="100000"/>
                </a:lnSpc>
                <a:spcBef>
                  <a:spcPts val="1200"/>
                </a:spcBef>
                <a:buSzPct val="100000"/>
              </a:pPr>
              <a:r>
                <a:rPr lang="en-GB" sz="1200"/>
                <a:t>Main Offices &amp; Innovation Labs</a:t>
              </a:r>
            </a:p>
          </p:txBody>
        </p:sp>
      </p:grpSp>
      <p:sp>
        <p:nvSpPr>
          <p:cNvPr id="26" name="TextBox 25">
            <a:extLst>
              <a:ext uri="{FF2B5EF4-FFF2-40B4-BE49-F238E27FC236}">
                <a16:creationId xmlns:a16="http://schemas.microsoft.com/office/drawing/2014/main" id="{B708DAB0-47C0-FB43-A8B9-CFB5F6690E39}"/>
              </a:ext>
            </a:extLst>
          </p:cNvPr>
          <p:cNvSpPr txBox="1"/>
          <p:nvPr userDrawn="1"/>
        </p:nvSpPr>
        <p:spPr>
          <a:xfrm>
            <a:off x="7785463" y="2046514"/>
            <a:ext cx="0" cy="0"/>
          </a:xfrm>
          <a:prstGeom prst="rect">
            <a:avLst/>
          </a:prstGeom>
          <a:noFill/>
        </p:spPr>
        <p:txBody>
          <a:bodyPr wrap="none" lIns="0" tIns="0" rIns="0" bIns="0" rtlCol="0">
            <a:noAutofit/>
          </a:bodyPr>
          <a:lstStyle/>
          <a:p>
            <a:pPr marL="182880" indent="-182880">
              <a:lnSpc>
                <a:spcPct val="100000"/>
              </a:lnSpc>
              <a:spcBef>
                <a:spcPts val="1200"/>
              </a:spcBef>
              <a:buSzPct val="100000"/>
              <a:buFont typeface="Arial"/>
              <a:buChar char="•"/>
            </a:pPr>
            <a:endParaRPr lang="en-UA" sz="1800"/>
          </a:p>
        </p:txBody>
      </p:sp>
      <p:sp>
        <p:nvSpPr>
          <p:cNvPr id="27" name="TextBox 26">
            <a:hlinkClick r:id="rId2"/>
            <a:extLst>
              <a:ext uri="{FF2B5EF4-FFF2-40B4-BE49-F238E27FC236}">
                <a16:creationId xmlns:a16="http://schemas.microsoft.com/office/drawing/2014/main" id="{3B49823A-7AF5-044F-9AC4-462E8F6B83AF}"/>
              </a:ext>
            </a:extLst>
          </p:cNvPr>
          <p:cNvSpPr txBox="1"/>
          <p:nvPr userDrawn="1"/>
        </p:nvSpPr>
        <p:spPr>
          <a:xfrm>
            <a:off x="509427" y="1967202"/>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a:t>*To see a list of all offices, visit </a:t>
            </a:r>
            <a:r>
              <a:rPr lang="en-US" sz="1050" b="1" i="0" u="sng"/>
              <a:t>ust.com</a:t>
            </a:r>
          </a:p>
        </p:txBody>
      </p:sp>
      <p:sp>
        <p:nvSpPr>
          <p:cNvPr id="28" name="Square">
            <a:extLst>
              <a:ext uri="{FF2B5EF4-FFF2-40B4-BE49-F238E27FC236}">
                <a16:creationId xmlns:a16="http://schemas.microsoft.com/office/drawing/2014/main" id="{43873493-0727-294B-B0BE-14523BB19C1E}"/>
              </a:ext>
            </a:extLst>
          </p:cNvPr>
          <p:cNvSpPr>
            <a:spLocks noChangeAspect="1"/>
          </p:cNvSpPr>
          <p:nvPr userDrawn="1"/>
        </p:nvSpPr>
        <p:spPr bwMode="auto">
          <a:xfrm>
            <a:off x="7324387" y="2629500"/>
            <a:ext cx="114117" cy="113977"/>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Square">
            <a:extLst>
              <a:ext uri="{FF2B5EF4-FFF2-40B4-BE49-F238E27FC236}">
                <a16:creationId xmlns:a16="http://schemas.microsoft.com/office/drawing/2014/main" id="{3A2DB7C0-1311-AF4C-9A3B-DC7DB458EF9A}"/>
              </a:ext>
            </a:extLst>
          </p:cNvPr>
          <p:cNvSpPr>
            <a:spLocks noChangeAspect="1"/>
          </p:cNvSpPr>
          <p:nvPr userDrawn="1"/>
        </p:nvSpPr>
        <p:spPr bwMode="auto">
          <a:xfrm>
            <a:off x="10111486" y="3365333"/>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 name="Square">
            <a:extLst>
              <a:ext uri="{FF2B5EF4-FFF2-40B4-BE49-F238E27FC236}">
                <a16:creationId xmlns:a16="http://schemas.microsoft.com/office/drawing/2014/main" id="{4F143F49-854A-4B43-9C24-DEBF6F460FD2}"/>
              </a:ext>
            </a:extLst>
          </p:cNvPr>
          <p:cNvSpPr>
            <a:spLocks noChangeAspect="1"/>
          </p:cNvSpPr>
          <p:nvPr userDrawn="1"/>
        </p:nvSpPr>
        <p:spPr bwMode="auto">
          <a:xfrm>
            <a:off x="8088234" y="3037938"/>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 name="Square">
            <a:extLst>
              <a:ext uri="{FF2B5EF4-FFF2-40B4-BE49-F238E27FC236}">
                <a16:creationId xmlns:a16="http://schemas.microsoft.com/office/drawing/2014/main" id="{F7AD946B-A829-D745-82B6-EFBF765D7213}"/>
              </a:ext>
            </a:extLst>
          </p:cNvPr>
          <p:cNvSpPr>
            <a:spLocks noChangeAspect="1"/>
          </p:cNvSpPr>
          <p:nvPr userDrawn="1"/>
        </p:nvSpPr>
        <p:spPr bwMode="auto">
          <a:xfrm>
            <a:off x="9610701" y="3719326"/>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 name="Square">
            <a:extLst>
              <a:ext uri="{FF2B5EF4-FFF2-40B4-BE49-F238E27FC236}">
                <a16:creationId xmlns:a16="http://schemas.microsoft.com/office/drawing/2014/main" id="{C5081E55-9FE9-CA4A-944E-A07EDD680733}"/>
              </a:ext>
            </a:extLst>
          </p:cNvPr>
          <p:cNvSpPr>
            <a:spLocks noChangeAspect="1"/>
          </p:cNvSpPr>
          <p:nvPr userDrawn="1"/>
        </p:nvSpPr>
        <p:spPr bwMode="auto">
          <a:xfrm>
            <a:off x="7240509" y="2818863"/>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 name="Square">
            <a:extLst>
              <a:ext uri="{FF2B5EF4-FFF2-40B4-BE49-F238E27FC236}">
                <a16:creationId xmlns:a16="http://schemas.microsoft.com/office/drawing/2014/main" id="{DCC19668-0600-5044-A908-D7583AA0FFFE}"/>
              </a:ext>
            </a:extLst>
          </p:cNvPr>
          <p:cNvSpPr>
            <a:spLocks noChangeAspect="1"/>
          </p:cNvSpPr>
          <p:nvPr userDrawn="1"/>
        </p:nvSpPr>
        <p:spPr bwMode="auto">
          <a:xfrm>
            <a:off x="10715759" y="4585603"/>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 name="Square">
            <a:extLst>
              <a:ext uri="{FF2B5EF4-FFF2-40B4-BE49-F238E27FC236}">
                <a16:creationId xmlns:a16="http://schemas.microsoft.com/office/drawing/2014/main" id="{9668A2B1-0D6E-BF48-83A0-79889E0A21CD}"/>
              </a:ext>
            </a:extLst>
          </p:cNvPr>
          <p:cNvSpPr>
            <a:spLocks noChangeAspect="1"/>
          </p:cNvSpPr>
          <p:nvPr userDrawn="1"/>
        </p:nvSpPr>
        <p:spPr bwMode="auto">
          <a:xfrm>
            <a:off x="5138030" y="2773328"/>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 name="TextBox 34">
            <a:extLst>
              <a:ext uri="{FF2B5EF4-FFF2-40B4-BE49-F238E27FC236}">
                <a16:creationId xmlns:a16="http://schemas.microsoft.com/office/drawing/2014/main" id="{51F22170-436C-415B-9A7D-40DA7DDB34F8}"/>
              </a:ext>
            </a:extLst>
          </p:cNvPr>
          <p:cNvSpPr txBox="1"/>
          <p:nvPr userDrawn="1"/>
        </p:nvSpPr>
        <p:spPr>
          <a:xfrm>
            <a:off x="2466926" y="3285572"/>
            <a:ext cx="2216761" cy="3323987"/>
          </a:xfrm>
          <a:prstGeom prst="rect">
            <a:avLst/>
          </a:prstGeom>
          <a:noFill/>
        </p:spPr>
        <p:txBody>
          <a:bodyPr wrap="none" lIns="0" tIns="0" rIns="0" bIns="0" rtlCol="0">
            <a:spAutoFit/>
          </a:bodyPr>
          <a:lstStyle/>
          <a:p>
            <a:pPr>
              <a:lnSpc>
                <a:spcPct val="100000"/>
              </a:lnSpc>
              <a:buSzPct val="100000"/>
            </a:pPr>
            <a:r>
              <a:rPr lang="en-US" sz="1200" b="1"/>
              <a:t>AMERICAS</a:t>
            </a:r>
          </a:p>
          <a:p>
            <a:pPr>
              <a:lnSpc>
                <a:spcPct val="100000"/>
              </a:lnSpc>
              <a:buSzPct val="100000"/>
            </a:pPr>
            <a:r>
              <a:rPr lang="en-US" sz="1200"/>
              <a:t>Global HQ – Orange County, CA</a:t>
            </a:r>
          </a:p>
          <a:p>
            <a:pPr>
              <a:buSzPct val="100000"/>
            </a:pPr>
            <a:r>
              <a:rPr lang="en-US" sz="1200"/>
              <a:t>Bentonville, AR</a:t>
            </a:r>
          </a:p>
          <a:p>
            <a:pPr>
              <a:lnSpc>
                <a:spcPct val="100000"/>
              </a:lnSpc>
              <a:buSzPct val="100000"/>
            </a:pPr>
            <a:r>
              <a:rPr lang="en-US" sz="1200"/>
              <a:t>Chicago, IL</a:t>
            </a:r>
          </a:p>
          <a:p>
            <a:pPr marL="0" marR="0" indent="0" algn="l" defTabSz="914400" rtl="0" eaLnBrk="1" fontAlgn="auto" latinLnBrk="0" hangingPunct="1">
              <a:lnSpc>
                <a:spcPct val="100000"/>
              </a:lnSpc>
              <a:spcBef>
                <a:spcPts val="0"/>
              </a:spcBef>
              <a:spcAft>
                <a:spcPts val="0"/>
              </a:spcAft>
              <a:buClrTx/>
              <a:buSzPct val="100000"/>
              <a:buFontTx/>
              <a:buNone/>
              <a:tabLst/>
              <a:defRPr/>
            </a:pPr>
            <a:r>
              <a:rPr lang="en-US" sz="1200"/>
              <a:t>Norfolk, VA</a:t>
            </a:r>
          </a:p>
          <a:p>
            <a:pPr marL="0" marR="0" indent="0" algn="l" defTabSz="914400" rtl="0" eaLnBrk="1" fontAlgn="auto" latinLnBrk="0" hangingPunct="1">
              <a:lnSpc>
                <a:spcPct val="100000"/>
              </a:lnSpc>
              <a:spcBef>
                <a:spcPts val="0"/>
              </a:spcBef>
              <a:spcAft>
                <a:spcPts val="0"/>
              </a:spcAft>
              <a:buClrTx/>
              <a:buSzPct val="100000"/>
              <a:buFontTx/>
              <a:buNone/>
              <a:tabLst/>
              <a:defRPr/>
            </a:pPr>
            <a:r>
              <a:rPr lang="en-US" sz="1200"/>
              <a:t>Sidney, NE</a:t>
            </a:r>
          </a:p>
          <a:p>
            <a:pPr marL="0" marR="0" indent="0" algn="l" defTabSz="914400" rtl="0" eaLnBrk="1" fontAlgn="auto" latinLnBrk="0" hangingPunct="1">
              <a:lnSpc>
                <a:spcPct val="100000"/>
              </a:lnSpc>
              <a:spcBef>
                <a:spcPts val="0"/>
              </a:spcBef>
              <a:spcAft>
                <a:spcPts val="0"/>
              </a:spcAft>
              <a:buClrTx/>
              <a:buSzPct val="100000"/>
              <a:buFontTx/>
              <a:buNone/>
              <a:tabLst/>
              <a:defRPr/>
            </a:pPr>
            <a:r>
              <a:rPr lang="en-US" sz="1200"/>
              <a:t>Seattle, WA</a:t>
            </a:r>
          </a:p>
          <a:p>
            <a:pPr marL="0" marR="0" indent="0" algn="l" defTabSz="914400" rtl="0" eaLnBrk="1" fontAlgn="auto" latinLnBrk="0" hangingPunct="1">
              <a:lnSpc>
                <a:spcPct val="100000"/>
              </a:lnSpc>
              <a:spcBef>
                <a:spcPts val="0"/>
              </a:spcBef>
              <a:spcAft>
                <a:spcPts val="0"/>
              </a:spcAft>
              <a:buClrTx/>
              <a:buSzPct val="100000"/>
              <a:buFontTx/>
              <a:buNone/>
              <a:tabLst/>
              <a:defRPr/>
            </a:pPr>
            <a:r>
              <a:rPr lang="en-US" sz="1200"/>
              <a:t>Columbus, OH</a:t>
            </a:r>
          </a:p>
          <a:p>
            <a:pPr marL="0" marR="0" indent="0" algn="l" defTabSz="914400" rtl="0" eaLnBrk="1" fontAlgn="auto" latinLnBrk="0" hangingPunct="1">
              <a:lnSpc>
                <a:spcPct val="100000"/>
              </a:lnSpc>
              <a:spcBef>
                <a:spcPts val="0"/>
              </a:spcBef>
              <a:spcAft>
                <a:spcPts val="0"/>
              </a:spcAft>
              <a:buClrTx/>
              <a:buSzPct val="100000"/>
              <a:buFontTx/>
              <a:buNone/>
              <a:tabLst/>
              <a:defRPr/>
            </a:pPr>
            <a:r>
              <a:rPr lang="en-US" sz="1200"/>
              <a:t>Atlanta, GA</a:t>
            </a:r>
          </a:p>
          <a:p>
            <a:pPr marL="0" marR="0" indent="0" algn="l" defTabSz="914400" rtl="0" eaLnBrk="1" fontAlgn="auto" latinLnBrk="0" hangingPunct="1">
              <a:lnSpc>
                <a:spcPct val="100000"/>
              </a:lnSpc>
              <a:spcBef>
                <a:spcPts val="0"/>
              </a:spcBef>
              <a:spcAft>
                <a:spcPts val="0"/>
              </a:spcAft>
              <a:buClrTx/>
              <a:buSzPct val="100000"/>
              <a:buFontTx/>
              <a:buNone/>
              <a:tabLst/>
              <a:defRPr/>
            </a:pPr>
            <a:r>
              <a:rPr lang="en-US" sz="1200"/>
              <a:t>Vancouver BC</a:t>
            </a:r>
          </a:p>
          <a:p>
            <a:pPr marL="0" marR="0" indent="0" algn="l" defTabSz="914400" rtl="0" eaLnBrk="1" fontAlgn="auto" latinLnBrk="0" hangingPunct="1">
              <a:lnSpc>
                <a:spcPct val="100000"/>
              </a:lnSpc>
              <a:spcBef>
                <a:spcPts val="0"/>
              </a:spcBef>
              <a:spcAft>
                <a:spcPts val="0"/>
              </a:spcAft>
              <a:buClrTx/>
              <a:buSzPct val="100000"/>
              <a:buFontTx/>
              <a:buNone/>
              <a:tabLst/>
              <a:defRPr/>
            </a:pPr>
            <a:r>
              <a:rPr lang="en-US" sz="1200"/>
              <a:t>Guadalajara</a:t>
            </a:r>
          </a:p>
          <a:p>
            <a:pPr>
              <a:buSzPct val="100000"/>
            </a:pPr>
            <a:r>
              <a:rPr lang="en-US" sz="1200"/>
              <a:t>Leon</a:t>
            </a:r>
          </a:p>
          <a:p>
            <a:pPr>
              <a:buSzPct val="100000"/>
            </a:pPr>
            <a:r>
              <a:rPr lang="en-US" sz="1200"/>
              <a:t>San Jose</a:t>
            </a:r>
          </a:p>
          <a:p>
            <a:pPr>
              <a:buSzPct val="100000"/>
            </a:pPr>
            <a:r>
              <a:rPr lang="en-US" sz="1200"/>
              <a:t>Bogota</a:t>
            </a:r>
          </a:p>
          <a:p>
            <a:pPr>
              <a:buSzPct val="100000"/>
            </a:pPr>
            <a:r>
              <a:rPr lang="en-US" sz="1200"/>
              <a:t>Santiago</a:t>
            </a:r>
          </a:p>
          <a:p>
            <a:pPr>
              <a:buSzPct val="100000"/>
            </a:pPr>
            <a:r>
              <a:rPr lang="en-US" sz="1200"/>
              <a:t>Lima</a:t>
            </a:r>
          </a:p>
          <a:p>
            <a:pPr>
              <a:buSzPct val="100000"/>
            </a:pPr>
            <a:endParaRPr lang="en-US" sz="1200"/>
          </a:p>
          <a:p>
            <a:pPr>
              <a:buSzPct val="100000"/>
            </a:pPr>
            <a:endParaRPr lang="en-US" sz="1200"/>
          </a:p>
        </p:txBody>
      </p:sp>
      <p:sp>
        <p:nvSpPr>
          <p:cNvPr id="36" name="TextBox 35">
            <a:extLst>
              <a:ext uri="{FF2B5EF4-FFF2-40B4-BE49-F238E27FC236}">
                <a16:creationId xmlns:a16="http://schemas.microsoft.com/office/drawing/2014/main" id="{C2DCDC80-FFB3-4C45-9D2A-41BE10E24146}"/>
              </a:ext>
            </a:extLst>
          </p:cNvPr>
          <p:cNvSpPr txBox="1"/>
          <p:nvPr userDrawn="1"/>
        </p:nvSpPr>
        <p:spPr>
          <a:xfrm>
            <a:off x="6814623" y="4126499"/>
            <a:ext cx="690895" cy="2585323"/>
          </a:xfrm>
          <a:prstGeom prst="rect">
            <a:avLst/>
          </a:prstGeom>
          <a:noFill/>
        </p:spPr>
        <p:txBody>
          <a:bodyPr wrap="none" lIns="0" tIns="0" rIns="0" bIns="0" rtlCol="0">
            <a:spAutoFit/>
          </a:bodyPr>
          <a:lstStyle/>
          <a:p>
            <a:pPr>
              <a:lnSpc>
                <a:spcPct val="100000"/>
              </a:lnSpc>
              <a:buSzPct val="100000"/>
            </a:pPr>
            <a:r>
              <a:rPr lang="en-US" sz="1200" b="1"/>
              <a:t>EMEA</a:t>
            </a:r>
          </a:p>
          <a:p>
            <a:pPr>
              <a:buSzPct val="100000"/>
            </a:pPr>
            <a:r>
              <a:rPr lang="en-US" sz="1200"/>
              <a:t>London</a:t>
            </a:r>
          </a:p>
          <a:p>
            <a:pPr>
              <a:buSzPct val="100000"/>
            </a:pPr>
            <a:r>
              <a:rPr lang="en-US" sz="1200"/>
              <a:t>Madrid</a:t>
            </a:r>
          </a:p>
          <a:p>
            <a:pPr>
              <a:buSzPct val="100000"/>
            </a:pPr>
            <a:r>
              <a:rPr lang="en-US" sz="1200"/>
              <a:t>Tel Aviv </a:t>
            </a:r>
          </a:p>
          <a:p>
            <a:pPr>
              <a:buSzPct val="100000"/>
            </a:pPr>
            <a:r>
              <a:rPr lang="en-US" sz="1200"/>
              <a:t>Berlin</a:t>
            </a:r>
          </a:p>
          <a:p>
            <a:pPr>
              <a:buSzPct val="100000"/>
            </a:pPr>
            <a:r>
              <a:rPr lang="en-US" sz="1200"/>
              <a:t>Lisbon</a:t>
            </a:r>
          </a:p>
          <a:p>
            <a:pPr>
              <a:buSzPct val="100000"/>
            </a:pPr>
            <a:r>
              <a:rPr lang="en-US" sz="1200"/>
              <a:t>Paris</a:t>
            </a:r>
          </a:p>
          <a:p>
            <a:pPr>
              <a:lnSpc>
                <a:spcPct val="100000"/>
              </a:lnSpc>
              <a:buSzPct val="100000"/>
            </a:pPr>
            <a:r>
              <a:rPr lang="en-US" sz="1200"/>
              <a:t>Leeds</a:t>
            </a:r>
          </a:p>
          <a:p>
            <a:pPr>
              <a:lnSpc>
                <a:spcPct val="100000"/>
              </a:lnSpc>
              <a:buSzPct val="100000"/>
            </a:pPr>
            <a:r>
              <a:rPr lang="en-US" sz="1200"/>
              <a:t>Gdansk</a:t>
            </a:r>
          </a:p>
          <a:p>
            <a:pPr>
              <a:lnSpc>
                <a:spcPct val="100000"/>
              </a:lnSpc>
              <a:buSzPct val="100000"/>
            </a:pPr>
            <a:r>
              <a:rPr lang="en-US" sz="1200"/>
              <a:t>Bucharest</a:t>
            </a:r>
          </a:p>
          <a:p>
            <a:pPr>
              <a:lnSpc>
                <a:spcPct val="100000"/>
              </a:lnSpc>
              <a:buSzPct val="100000"/>
            </a:pPr>
            <a:r>
              <a:rPr lang="en-US" sz="1200"/>
              <a:t>Sofia</a:t>
            </a:r>
          </a:p>
          <a:p>
            <a:pPr>
              <a:lnSpc>
                <a:spcPct val="100000"/>
              </a:lnSpc>
              <a:buSzPct val="100000"/>
            </a:pPr>
            <a:r>
              <a:rPr lang="en-US" sz="1200"/>
              <a:t>Helmond</a:t>
            </a:r>
          </a:p>
          <a:p>
            <a:pPr>
              <a:lnSpc>
                <a:spcPct val="100000"/>
              </a:lnSpc>
              <a:buSzPct val="100000"/>
            </a:pPr>
            <a:r>
              <a:rPr lang="en-US" sz="1200"/>
              <a:t>Barcelona</a:t>
            </a:r>
          </a:p>
          <a:p>
            <a:pPr>
              <a:lnSpc>
                <a:spcPct val="100000"/>
              </a:lnSpc>
              <a:buSzPct val="100000"/>
            </a:pPr>
            <a:endParaRPr lang="en-US" sz="1200"/>
          </a:p>
        </p:txBody>
      </p:sp>
      <p:sp>
        <p:nvSpPr>
          <p:cNvPr id="37" name="TextBox 36">
            <a:extLst>
              <a:ext uri="{FF2B5EF4-FFF2-40B4-BE49-F238E27FC236}">
                <a16:creationId xmlns:a16="http://schemas.microsoft.com/office/drawing/2014/main" id="{38A4B4B5-8FC4-4EBA-938F-033C623B4C7A}"/>
              </a:ext>
            </a:extLst>
          </p:cNvPr>
          <p:cNvSpPr txBox="1"/>
          <p:nvPr userDrawn="1"/>
        </p:nvSpPr>
        <p:spPr>
          <a:xfrm>
            <a:off x="7714985" y="5751966"/>
            <a:ext cx="855586" cy="738664"/>
          </a:xfrm>
          <a:prstGeom prst="rect">
            <a:avLst/>
          </a:prstGeom>
          <a:noFill/>
        </p:spPr>
        <p:txBody>
          <a:bodyPr wrap="square" lIns="0" tIns="0" rIns="0" bIns="0" rtlCol="0">
            <a:spAutoFit/>
          </a:bodyPr>
          <a:lstStyle/>
          <a:p>
            <a:pPr>
              <a:lnSpc>
                <a:spcPct val="100000"/>
              </a:lnSpc>
              <a:buSzPct val="100000"/>
            </a:pPr>
            <a:r>
              <a:rPr lang="en-US" sz="1200" b="0"/>
              <a:t>Bilbao Salamanca Valencia Zaragoza</a:t>
            </a:r>
          </a:p>
        </p:txBody>
      </p:sp>
      <p:sp>
        <p:nvSpPr>
          <p:cNvPr id="38" name="TextBox 37">
            <a:extLst>
              <a:ext uri="{FF2B5EF4-FFF2-40B4-BE49-F238E27FC236}">
                <a16:creationId xmlns:a16="http://schemas.microsoft.com/office/drawing/2014/main" id="{1B68DEBF-1B8C-405C-8201-C6AA4C937545}"/>
              </a:ext>
            </a:extLst>
          </p:cNvPr>
          <p:cNvSpPr txBox="1"/>
          <p:nvPr userDrawn="1"/>
        </p:nvSpPr>
        <p:spPr>
          <a:xfrm>
            <a:off x="8822733" y="4060866"/>
            <a:ext cx="1014581" cy="1846659"/>
          </a:xfrm>
          <a:prstGeom prst="rect">
            <a:avLst/>
          </a:prstGeom>
          <a:noFill/>
        </p:spPr>
        <p:txBody>
          <a:bodyPr wrap="square" lIns="0" tIns="0" rIns="0" bIns="0" rtlCol="0">
            <a:spAutoFit/>
          </a:bodyPr>
          <a:lstStyle/>
          <a:p>
            <a:pPr>
              <a:buSzPct val="100000"/>
            </a:pPr>
            <a:r>
              <a:rPr lang="en-US" sz="1200" b="1"/>
              <a:t>INDIA</a:t>
            </a:r>
          </a:p>
          <a:p>
            <a:pPr>
              <a:buSzPct val="100000"/>
            </a:pPr>
            <a:r>
              <a:rPr lang="en-US" sz="1200"/>
              <a:t>Trivandrum</a:t>
            </a:r>
          </a:p>
          <a:p>
            <a:pPr>
              <a:buSzPct val="100000"/>
            </a:pPr>
            <a:r>
              <a:rPr lang="en-US" sz="1200"/>
              <a:t>Bangalore</a:t>
            </a:r>
          </a:p>
          <a:p>
            <a:pPr>
              <a:buSzPct val="100000"/>
            </a:pPr>
            <a:r>
              <a:rPr lang="en-US" sz="1200"/>
              <a:t>Chennai</a:t>
            </a:r>
          </a:p>
          <a:p>
            <a:pPr>
              <a:buSzPct val="100000"/>
            </a:pPr>
            <a:r>
              <a:rPr lang="en-US" sz="1200"/>
              <a:t>Hyderabad</a:t>
            </a:r>
          </a:p>
          <a:p>
            <a:pPr>
              <a:buSzPct val="100000"/>
            </a:pPr>
            <a:r>
              <a:rPr lang="en-US" sz="1200"/>
              <a:t>Kochi</a:t>
            </a:r>
          </a:p>
          <a:p>
            <a:pPr>
              <a:buSzPct val="100000"/>
            </a:pPr>
            <a:r>
              <a:rPr lang="en-US" sz="1200"/>
              <a:t>Delhi</a:t>
            </a:r>
          </a:p>
          <a:p>
            <a:pPr>
              <a:buSzPct val="100000"/>
            </a:pPr>
            <a:r>
              <a:rPr lang="en-US" sz="1200"/>
              <a:t>Coimbatore Hosur </a:t>
            </a:r>
          </a:p>
          <a:p>
            <a:pPr>
              <a:buSzPct val="100000"/>
            </a:pPr>
            <a:r>
              <a:rPr lang="en-US" sz="1200"/>
              <a:t>Pune</a:t>
            </a:r>
          </a:p>
        </p:txBody>
      </p:sp>
      <p:sp>
        <p:nvSpPr>
          <p:cNvPr id="39" name="TextBox 38">
            <a:extLst>
              <a:ext uri="{FF2B5EF4-FFF2-40B4-BE49-F238E27FC236}">
                <a16:creationId xmlns:a16="http://schemas.microsoft.com/office/drawing/2014/main" id="{DEEF1C05-F2FE-4646-AD1B-B0CE35229B79}"/>
              </a:ext>
            </a:extLst>
          </p:cNvPr>
          <p:cNvSpPr txBox="1"/>
          <p:nvPr userDrawn="1"/>
        </p:nvSpPr>
        <p:spPr>
          <a:xfrm>
            <a:off x="10931624" y="2768161"/>
            <a:ext cx="697307" cy="1477328"/>
          </a:xfrm>
          <a:prstGeom prst="rect">
            <a:avLst/>
          </a:prstGeom>
          <a:noFill/>
        </p:spPr>
        <p:txBody>
          <a:bodyPr wrap="none" lIns="0" tIns="0" rIns="0" bIns="0" rtlCol="0">
            <a:spAutoFit/>
          </a:bodyPr>
          <a:lstStyle/>
          <a:p>
            <a:pPr>
              <a:lnSpc>
                <a:spcPct val="100000"/>
              </a:lnSpc>
              <a:buSzPct val="100000"/>
            </a:pPr>
            <a:r>
              <a:rPr lang="en-US" sz="1200" b="1"/>
              <a:t>APAC</a:t>
            </a:r>
          </a:p>
          <a:p>
            <a:pPr>
              <a:buSzPct val="100000"/>
            </a:pPr>
            <a:r>
              <a:rPr lang="en-US" sz="1200"/>
              <a:t>Singapore</a:t>
            </a:r>
          </a:p>
          <a:p>
            <a:pPr>
              <a:buSzPct val="100000"/>
            </a:pPr>
            <a:r>
              <a:rPr lang="en-US" sz="1200"/>
              <a:t>Manila </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1200"/>
              <a:t>Sydney</a:t>
            </a:r>
          </a:p>
          <a:p>
            <a:pPr>
              <a:buSzPct val="100000"/>
            </a:pPr>
            <a:r>
              <a:rPr lang="en-US" sz="1200"/>
              <a:t>Penang</a:t>
            </a:r>
          </a:p>
          <a:p>
            <a:pPr>
              <a:buSzPct val="100000"/>
            </a:pPr>
            <a:r>
              <a:rPr lang="en-US" sz="1200"/>
              <a:t>Shanghai</a:t>
            </a:r>
          </a:p>
          <a:p>
            <a:pPr>
              <a:buSzPct val="100000"/>
            </a:pPr>
            <a:r>
              <a:rPr lang="en-US" sz="1200"/>
              <a:t>Taipei</a:t>
            </a:r>
          </a:p>
          <a:p>
            <a:pPr>
              <a:buSzPct val="100000"/>
            </a:pPr>
            <a:r>
              <a:rPr lang="en-US" sz="1200" b="0"/>
              <a:t>Cyberjaya</a:t>
            </a:r>
          </a:p>
        </p:txBody>
      </p:sp>
      <p:sp>
        <p:nvSpPr>
          <p:cNvPr id="40" name="Square">
            <a:extLst>
              <a:ext uri="{FF2B5EF4-FFF2-40B4-BE49-F238E27FC236}">
                <a16:creationId xmlns:a16="http://schemas.microsoft.com/office/drawing/2014/main" id="{D580DFEE-BFAA-4319-BEFF-5387C8640F34}"/>
              </a:ext>
            </a:extLst>
          </p:cNvPr>
          <p:cNvSpPr>
            <a:spLocks noChangeAspect="1"/>
          </p:cNvSpPr>
          <p:nvPr userDrawn="1"/>
        </p:nvSpPr>
        <p:spPr bwMode="auto">
          <a:xfrm>
            <a:off x="4476361" y="2479607"/>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1" name="Square">
            <a:extLst>
              <a:ext uri="{FF2B5EF4-FFF2-40B4-BE49-F238E27FC236}">
                <a16:creationId xmlns:a16="http://schemas.microsoft.com/office/drawing/2014/main" id="{F8ED0620-0F01-49C7-A641-00E8278E02DC}"/>
              </a:ext>
            </a:extLst>
          </p:cNvPr>
          <p:cNvSpPr>
            <a:spLocks noChangeAspect="1"/>
          </p:cNvSpPr>
          <p:nvPr userDrawn="1"/>
        </p:nvSpPr>
        <p:spPr bwMode="auto">
          <a:xfrm>
            <a:off x="4914279" y="265104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2" name="Square">
            <a:extLst>
              <a:ext uri="{FF2B5EF4-FFF2-40B4-BE49-F238E27FC236}">
                <a16:creationId xmlns:a16="http://schemas.microsoft.com/office/drawing/2014/main" id="{D0BE905E-103E-4DAF-A10F-92EA53AE9452}"/>
              </a:ext>
            </a:extLst>
          </p:cNvPr>
          <p:cNvSpPr>
            <a:spLocks noChangeAspect="1"/>
          </p:cNvSpPr>
          <p:nvPr userDrawn="1"/>
        </p:nvSpPr>
        <p:spPr bwMode="auto">
          <a:xfrm>
            <a:off x="5409623" y="292400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3" name="Square">
            <a:extLst>
              <a:ext uri="{FF2B5EF4-FFF2-40B4-BE49-F238E27FC236}">
                <a16:creationId xmlns:a16="http://schemas.microsoft.com/office/drawing/2014/main" id="{0D1D5D65-033C-43BF-A835-87164231DB30}"/>
              </a:ext>
            </a:extLst>
          </p:cNvPr>
          <p:cNvSpPr>
            <a:spLocks noChangeAspect="1"/>
          </p:cNvSpPr>
          <p:nvPr userDrawn="1"/>
        </p:nvSpPr>
        <p:spPr bwMode="auto">
          <a:xfrm>
            <a:off x="4547987" y="2653928"/>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4" name="Square">
            <a:extLst>
              <a:ext uri="{FF2B5EF4-FFF2-40B4-BE49-F238E27FC236}">
                <a16:creationId xmlns:a16="http://schemas.microsoft.com/office/drawing/2014/main" id="{A7F9CBB5-BFE6-43F2-B356-0E4FBFB8BAFD}"/>
              </a:ext>
            </a:extLst>
          </p:cNvPr>
          <p:cNvSpPr>
            <a:spLocks noChangeAspect="1"/>
          </p:cNvSpPr>
          <p:nvPr userDrawn="1"/>
        </p:nvSpPr>
        <p:spPr bwMode="auto">
          <a:xfrm>
            <a:off x="5330981" y="3580176"/>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5" name="Square">
            <a:extLst>
              <a:ext uri="{FF2B5EF4-FFF2-40B4-BE49-F238E27FC236}">
                <a16:creationId xmlns:a16="http://schemas.microsoft.com/office/drawing/2014/main" id="{9674ED3A-F5AA-4B4E-9451-A8133E3904A8}"/>
              </a:ext>
            </a:extLst>
          </p:cNvPr>
          <p:cNvSpPr>
            <a:spLocks noChangeAspect="1"/>
          </p:cNvSpPr>
          <p:nvPr userDrawn="1"/>
        </p:nvSpPr>
        <p:spPr bwMode="auto">
          <a:xfrm>
            <a:off x="5651021" y="3751626"/>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6" name="Square">
            <a:extLst>
              <a:ext uri="{FF2B5EF4-FFF2-40B4-BE49-F238E27FC236}">
                <a16:creationId xmlns:a16="http://schemas.microsoft.com/office/drawing/2014/main" id="{0F46294E-5101-4B8D-B2F6-3615C2814481}"/>
              </a:ext>
            </a:extLst>
          </p:cNvPr>
          <p:cNvSpPr>
            <a:spLocks noChangeAspect="1"/>
          </p:cNvSpPr>
          <p:nvPr userDrawn="1"/>
        </p:nvSpPr>
        <p:spPr bwMode="auto">
          <a:xfrm>
            <a:off x="5479571" y="4003086"/>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7" name="Square">
            <a:extLst>
              <a:ext uri="{FF2B5EF4-FFF2-40B4-BE49-F238E27FC236}">
                <a16:creationId xmlns:a16="http://schemas.microsoft.com/office/drawing/2014/main" id="{320907C3-F2B8-42EE-9EB9-798F87B69108}"/>
              </a:ext>
            </a:extLst>
          </p:cNvPr>
          <p:cNvSpPr>
            <a:spLocks noChangeAspect="1"/>
          </p:cNvSpPr>
          <p:nvPr userDrawn="1"/>
        </p:nvSpPr>
        <p:spPr bwMode="auto">
          <a:xfrm>
            <a:off x="7210484" y="2297025"/>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8" name="Square">
            <a:extLst>
              <a:ext uri="{FF2B5EF4-FFF2-40B4-BE49-F238E27FC236}">
                <a16:creationId xmlns:a16="http://schemas.microsoft.com/office/drawing/2014/main" id="{D8F80505-DD30-4FDF-93D7-C57DA28A79A6}"/>
              </a:ext>
            </a:extLst>
          </p:cNvPr>
          <p:cNvSpPr>
            <a:spLocks noChangeAspect="1"/>
          </p:cNvSpPr>
          <p:nvPr userDrawn="1"/>
        </p:nvSpPr>
        <p:spPr bwMode="auto">
          <a:xfrm>
            <a:off x="7564061" y="2470978"/>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9" name="Square">
            <a:extLst>
              <a:ext uri="{FF2B5EF4-FFF2-40B4-BE49-F238E27FC236}">
                <a16:creationId xmlns:a16="http://schemas.microsoft.com/office/drawing/2014/main" id="{FC343C01-6A0B-4831-99D1-1C877FF0F01B}"/>
              </a:ext>
            </a:extLst>
          </p:cNvPr>
          <p:cNvSpPr>
            <a:spLocks noChangeAspect="1"/>
          </p:cNvSpPr>
          <p:nvPr userDrawn="1"/>
        </p:nvSpPr>
        <p:spPr bwMode="auto">
          <a:xfrm>
            <a:off x="7918391" y="2265238"/>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0" name="Square">
            <a:extLst>
              <a:ext uri="{FF2B5EF4-FFF2-40B4-BE49-F238E27FC236}">
                <a16:creationId xmlns:a16="http://schemas.microsoft.com/office/drawing/2014/main" id="{48521FF2-2FCC-486F-BA0A-60708659484B}"/>
              </a:ext>
            </a:extLst>
          </p:cNvPr>
          <p:cNvSpPr>
            <a:spLocks noChangeAspect="1"/>
          </p:cNvSpPr>
          <p:nvPr userDrawn="1"/>
        </p:nvSpPr>
        <p:spPr bwMode="auto">
          <a:xfrm>
            <a:off x="8063400" y="2716283"/>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1" name="Square">
            <a:extLst>
              <a:ext uri="{FF2B5EF4-FFF2-40B4-BE49-F238E27FC236}">
                <a16:creationId xmlns:a16="http://schemas.microsoft.com/office/drawing/2014/main" id="{0CB3A543-13AE-4CC2-A67B-6586B39BF179}"/>
              </a:ext>
            </a:extLst>
          </p:cNvPr>
          <p:cNvSpPr>
            <a:spLocks noChangeAspect="1"/>
          </p:cNvSpPr>
          <p:nvPr userDrawn="1"/>
        </p:nvSpPr>
        <p:spPr bwMode="auto">
          <a:xfrm>
            <a:off x="7914810" y="2842013"/>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2" name="Square">
            <a:extLst>
              <a:ext uri="{FF2B5EF4-FFF2-40B4-BE49-F238E27FC236}">
                <a16:creationId xmlns:a16="http://schemas.microsoft.com/office/drawing/2014/main" id="{76C3C4D0-7BDC-4381-A142-6C1A70FBC5CE}"/>
              </a:ext>
            </a:extLst>
          </p:cNvPr>
          <p:cNvSpPr>
            <a:spLocks noChangeAspect="1"/>
          </p:cNvSpPr>
          <p:nvPr userDrawn="1"/>
        </p:nvSpPr>
        <p:spPr bwMode="auto">
          <a:xfrm>
            <a:off x="9102937" y="3461189"/>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 name="Square">
            <a:extLst>
              <a:ext uri="{FF2B5EF4-FFF2-40B4-BE49-F238E27FC236}">
                <a16:creationId xmlns:a16="http://schemas.microsoft.com/office/drawing/2014/main" id="{E97C60D6-5152-44D5-A1A6-3BD0A6C4B24B}"/>
              </a:ext>
            </a:extLst>
          </p:cNvPr>
          <p:cNvSpPr>
            <a:spLocks noChangeAspect="1"/>
          </p:cNvSpPr>
          <p:nvPr userDrawn="1"/>
        </p:nvSpPr>
        <p:spPr bwMode="auto">
          <a:xfrm>
            <a:off x="8945438" y="3335076"/>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6025110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p:txBody>
          <a:bodyPr numCol="2" spcCol="941832"/>
          <a:lstStyle>
            <a:lvl1pPr marL="0" indent="0">
              <a:buFontTx/>
              <a:buNone/>
              <a:tabLst>
                <a:tab pos="5254625" algn="r"/>
              </a:tabLst>
              <a:defRPr/>
            </a:lvl1pPr>
            <a:lvl2pPr marL="182880" indent="-182563">
              <a:tabLst>
                <a:tab pos="5254625" algn="r"/>
              </a:tabLst>
              <a:defRPr/>
            </a:lvl2pPr>
            <a:lvl3pPr marL="365760" indent="-182563">
              <a:tabLst>
                <a:tab pos="5254625" algn="r"/>
              </a:tabLst>
              <a:defRPr/>
            </a:lvl3pPr>
            <a:lvl4pPr marL="548640" indent="-182563">
              <a:tabLst>
                <a:tab pos="5254625" algn="r"/>
              </a:tabLst>
              <a:defRPr/>
            </a:lvl4pPr>
            <a:lvl5pPr marL="731520" indent="-182563">
              <a:tabLst>
                <a:tab pos="5254625" algn="r"/>
              </a:tabLst>
              <a:defRPr/>
            </a:lvl5pPr>
            <a:lvl6pPr marL="914400" indent="-182563">
              <a:tabLst>
                <a:tab pos="5254625" algn="r"/>
              </a:tabLst>
              <a:defRPr/>
            </a:lvl6pPr>
            <a:lvl7pPr marL="1097280" indent="-182563">
              <a:tabLst>
                <a:tab pos="5254625" algn="r"/>
              </a:tabLst>
              <a:defRPr/>
            </a:lvl7pPr>
            <a:lvl8pPr marL="1280160" indent="-182563">
              <a:tabLst>
                <a:tab pos="5254625" algn="r"/>
              </a:tabLst>
              <a:defRPr/>
            </a:lvl8pPr>
            <a:lvl9pPr marL="1463040" indent="-182563">
              <a:tabLst>
                <a:tab pos="5254625" algn="r"/>
              </a:tabLst>
              <a:defRPr/>
            </a:lvl9pPr>
          </a:lstStyle>
          <a:p>
            <a:pPr lvl="0"/>
            <a:r>
              <a:rPr lang="en-US"/>
              <a:t>[Agenda item]</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2097652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with Numb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a:t>[Slide title]</a:t>
            </a:r>
          </a:p>
        </p:txBody>
      </p:sp>
      <p:sp>
        <p:nvSpPr>
          <p:cNvPr id="5" name="Text Placeholder 2">
            <a:extLst>
              <a:ext uri="{FF2B5EF4-FFF2-40B4-BE49-F238E27FC236}">
                <a16:creationId xmlns:a16="http://schemas.microsoft.com/office/drawing/2014/main" id="{2695E60E-E510-7E4B-B421-0DF40B4D308D}"/>
              </a:ext>
            </a:extLst>
          </p:cNvPr>
          <p:cNvSpPr>
            <a:spLocks noGrp="1"/>
          </p:cNvSpPr>
          <p:nvPr>
            <p:ph type="body" sz="quarter" idx="13" hasCustomPrompt="1"/>
          </p:nvPr>
        </p:nvSpPr>
        <p:spPr>
          <a:xfrm>
            <a:off x="365123"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8" name="Text Placeholder 3">
            <a:extLst>
              <a:ext uri="{FF2B5EF4-FFF2-40B4-BE49-F238E27FC236}">
                <a16:creationId xmlns:a16="http://schemas.microsoft.com/office/drawing/2014/main" id="{96C2B705-A98F-A343-BB8D-040C34C0B175}"/>
              </a:ext>
            </a:extLst>
          </p:cNvPr>
          <p:cNvSpPr>
            <a:spLocks noGrp="1"/>
          </p:cNvSpPr>
          <p:nvPr>
            <p:ph type="body" sz="quarter" idx="14" hasCustomPrompt="1"/>
          </p:nvPr>
        </p:nvSpPr>
        <p:spPr>
          <a:xfrm>
            <a:off x="1326515"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19" name="Text Placeholder 4">
            <a:extLst>
              <a:ext uri="{FF2B5EF4-FFF2-40B4-BE49-F238E27FC236}">
                <a16:creationId xmlns:a16="http://schemas.microsoft.com/office/drawing/2014/main" id="{DC00CE7C-F603-9045-B3E9-0BC59BC1ECC2}"/>
              </a:ext>
            </a:extLst>
          </p:cNvPr>
          <p:cNvSpPr>
            <a:spLocks noGrp="1"/>
          </p:cNvSpPr>
          <p:nvPr>
            <p:ph type="body" sz="quarter" idx="15" hasCustomPrompt="1"/>
          </p:nvPr>
        </p:nvSpPr>
        <p:spPr>
          <a:xfrm>
            <a:off x="365123"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0" name="Text Placeholder 5">
            <a:extLst>
              <a:ext uri="{FF2B5EF4-FFF2-40B4-BE49-F238E27FC236}">
                <a16:creationId xmlns:a16="http://schemas.microsoft.com/office/drawing/2014/main" id="{C0628A18-A089-6F47-A491-6679F8BE5241}"/>
              </a:ext>
            </a:extLst>
          </p:cNvPr>
          <p:cNvSpPr>
            <a:spLocks noGrp="1"/>
          </p:cNvSpPr>
          <p:nvPr>
            <p:ph type="body" sz="quarter" idx="16" hasCustomPrompt="1"/>
          </p:nvPr>
        </p:nvSpPr>
        <p:spPr>
          <a:xfrm>
            <a:off x="1326515"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6">
            <a:extLst>
              <a:ext uri="{FF2B5EF4-FFF2-40B4-BE49-F238E27FC236}">
                <a16:creationId xmlns:a16="http://schemas.microsoft.com/office/drawing/2014/main" id="{EFFB5F26-8403-E649-811E-04B388EA4886}"/>
              </a:ext>
            </a:extLst>
          </p:cNvPr>
          <p:cNvSpPr>
            <a:spLocks noGrp="1"/>
          </p:cNvSpPr>
          <p:nvPr>
            <p:ph type="body" sz="quarter" idx="17" hasCustomPrompt="1"/>
          </p:nvPr>
        </p:nvSpPr>
        <p:spPr>
          <a:xfrm>
            <a:off x="365123"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2" name="Text Placeholder 7">
            <a:extLst>
              <a:ext uri="{FF2B5EF4-FFF2-40B4-BE49-F238E27FC236}">
                <a16:creationId xmlns:a16="http://schemas.microsoft.com/office/drawing/2014/main" id="{98801EC4-DC77-D74D-AAE3-D3242E7C6BED}"/>
              </a:ext>
            </a:extLst>
          </p:cNvPr>
          <p:cNvSpPr>
            <a:spLocks noGrp="1"/>
          </p:cNvSpPr>
          <p:nvPr>
            <p:ph type="body" sz="quarter" idx="18" hasCustomPrompt="1"/>
          </p:nvPr>
        </p:nvSpPr>
        <p:spPr>
          <a:xfrm>
            <a:off x="1326515"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8">
            <a:extLst>
              <a:ext uri="{FF2B5EF4-FFF2-40B4-BE49-F238E27FC236}">
                <a16:creationId xmlns:a16="http://schemas.microsoft.com/office/drawing/2014/main" id="{597A8856-BC59-544B-96DE-A55B095CAB79}"/>
              </a:ext>
            </a:extLst>
          </p:cNvPr>
          <p:cNvSpPr>
            <a:spLocks noGrp="1"/>
          </p:cNvSpPr>
          <p:nvPr>
            <p:ph type="body" sz="quarter" idx="19" hasCustomPrompt="1"/>
          </p:nvPr>
        </p:nvSpPr>
        <p:spPr>
          <a:xfrm>
            <a:off x="4287264"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4" name="Text Placeholder 9">
            <a:extLst>
              <a:ext uri="{FF2B5EF4-FFF2-40B4-BE49-F238E27FC236}">
                <a16:creationId xmlns:a16="http://schemas.microsoft.com/office/drawing/2014/main" id="{D5E8C215-DFA8-314E-AA9B-6F0CF07C9CE8}"/>
              </a:ext>
            </a:extLst>
          </p:cNvPr>
          <p:cNvSpPr>
            <a:spLocks noGrp="1"/>
          </p:cNvSpPr>
          <p:nvPr>
            <p:ph type="body" sz="quarter" idx="20" hasCustomPrompt="1"/>
          </p:nvPr>
        </p:nvSpPr>
        <p:spPr>
          <a:xfrm>
            <a:off x="5248656"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6" name="Text Placeholder 10">
            <a:extLst>
              <a:ext uri="{FF2B5EF4-FFF2-40B4-BE49-F238E27FC236}">
                <a16:creationId xmlns:a16="http://schemas.microsoft.com/office/drawing/2014/main" id="{584E3269-C598-3841-9F27-6E228580405E}"/>
              </a:ext>
            </a:extLst>
          </p:cNvPr>
          <p:cNvSpPr>
            <a:spLocks noGrp="1"/>
          </p:cNvSpPr>
          <p:nvPr>
            <p:ph type="body" sz="quarter" idx="21" hasCustomPrompt="1"/>
          </p:nvPr>
        </p:nvSpPr>
        <p:spPr>
          <a:xfrm>
            <a:off x="4287264"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7" name="Text Placeholder 11">
            <a:extLst>
              <a:ext uri="{FF2B5EF4-FFF2-40B4-BE49-F238E27FC236}">
                <a16:creationId xmlns:a16="http://schemas.microsoft.com/office/drawing/2014/main" id="{9721531C-68EA-984A-B4CF-EAD1792E8631}"/>
              </a:ext>
            </a:extLst>
          </p:cNvPr>
          <p:cNvSpPr>
            <a:spLocks noGrp="1"/>
          </p:cNvSpPr>
          <p:nvPr>
            <p:ph type="body" sz="quarter" idx="22" hasCustomPrompt="1"/>
          </p:nvPr>
        </p:nvSpPr>
        <p:spPr>
          <a:xfrm>
            <a:off x="5248656"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8" name="Text Placeholder 12">
            <a:extLst>
              <a:ext uri="{FF2B5EF4-FFF2-40B4-BE49-F238E27FC236}">
                <a16:creationId xmlns:a16="http://schemas.microsoft.com/office/drawing/2014/main" id="{A0F39328-38EB-7E43-9CB2-DE7D43933326}"/>
              </a:ext>
            </a:extLst>
          </p:cNvPr>
          <p:cNvSpPr>
            <a:spLocks noGrp="1"/>
          </p:cNvSpPr>
          <p:nvPr>
            <p:ph type="body" sz="quarter" idx="23" hasCustomPrompt="1"/>
          </p:nvPr>
        </p:nvSpPr>
        <p:spPr>
          <a:xfrm>
            <a:off x="4287264"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9" name="Text Placeholder 13">
            <a:extLst>
              <a:ext uri="{FF2B5EF4-FFF2-40B4-BE49-F238E27FC236}">
                <a16:creationId xmlns:a16="http://schemas.microsoft.com/office/drawing/2014/main" id="{332D11D1-B674-1E45-AACA-52B44BDFE76C}"/>
              </a:ext>
            </a:extLst>
          </p:cNvPr>
          <p:cNvSpPr>
            <a:spLocks noGrp="1"/>
          </p:cNvSpPr>
          <p:nvPr>
            <p:ph type="body" sz="quarter" idx="24" hasCustomPrompt="1"/>
          </p:nvPr>
        </p:nvSpPr>
        <p:spPr>
          <a:xfrm>
            <a:off x="5248656"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14">
            <a:extLst>
              <a:ext uri="{FF2B5EF4-FFF2-40B4-BE49-F238E27FC236}">
                <a16:creationId xmlns:a16="http://schemas.microsoft.com/office/drawing/2014/main" id="{12885F1B-631D-C34B-96AD-D266BC1B1CAE}"/>
              </a:ext>
            </a:extLst>
          </p:cNvPr>
          <p:cNvSpPr>
            <a:spLocks noGrp="1"/>
          </p:cNvSpPr>
          <p:nvPr>
            <p:ph type="body" sz="quarter" idx="25" hasCustomPrompt="1"/>
          </p:nvPr>
        </p:nvSpPr>
        <p:spPr>
          <a:xfrm>
            <a:off x="8210040"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1" name="Text Placeholder 15">
            <a:extLst>
              <a:ext uri="{FF2B5EF4-FFF2-40B4-BE49-F238E27FC236}">
                <a16:creationId xmlns:a16="http://schemas.microsoft.com/office/drawing/2014/main" id="{2F4A84C8-20C8-8345-8106-0CB618E2682C}"/>
              </a:ext>
            </a:extLst>
          </p:cNvPr>
          <p:cNvSpPr>
            <a:spLocks noGrp="1"/>
          </p:cNvSpPr>
          <p:nvPr>
            <p:ph type="body" sz="quarter" idx="26" hasCustomPrompt="1"/>
          </p:nvPr>
        </p:nvSpPr>
        <p:spPr>
          <a:xfrm>
            <a:off x="9171432"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16">
            <a:extLst>
              <a:ext uri="{FF2B5EF4-FFF2-40B4-BE49-F238E27FC236}">
                <a16:creationId xmlns:a16="http://schemas.microsoft.com/office/drawing/2014/main" id="{821610F8-8CE7-9343-B496-FCC4D9C5D5D7}"/>
              </a:ext>
            </a:extLst>
          </p:cNvPr>
          <p:cNvSpPr>
            <a:spLocks noGrp="1"/>
          </p:cNvSpPr>
          <p:nvPr>
            <p:ph type="body" sz="quarter" idx="27" hasCustomPrompt="1"/>
          </p:nvPr>
        </p:nvSpPr>
        <p:spPr>
          <a:xfrm>
            <a:off x="8210040"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3" name="Text Placeholder 17">
            <a:extLst>
              <a:ext uri="{FF2B5EF4-FFF2-40B4-BE49-F238E27FC236}">
                <a16:creationId xmlns:a16="http://schemas.microsoft.com/office/drawing/2014/main" id="{EB8F9E72-51E8-ED42-B820-2E886AED336E}"/>
              </a:ext>
            </a:extLst>
          </p:cNvPr>
          <p:cNvSpPr>
            <a:spLocks noGrp="1"/>
          </p:cNvSpPr>
          <p:nvPr>
            <p:ph type="body" sz="quarter" idx="28" hasCustomPrompt="1"/>
          </p:nvPr>
        </p:nvSpPr>
        <p:spPr>
          <a:xfrm>
            <a:off x="9171432"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18">
            <a:extLst>
              <a:ext uri="{FF2B5EF4-FFF2-40B4-BE49-F238E27FC236}">
                <a16:creationId xmlns:a16="http://schemas.microsoft.com/office/drawing/2014/main" id="{A9634672-75E2-F144-A6B5-F38AE7EEF7F8}"/>
              </a:ext>
            </a:extLst>
          </p:cNvPr>
          <p:cNvSpPr>
            <a:spLocks noGrp="1"/>
          </p:cNvSpPr>
          <p:nvPr>
            <p:ph type="body" sz="quarter" idx="29" hasCustomPrompt="1"/>
          </p:nvPr>
        </p:nvSpPr>
        <p:spPr>
          <a:xfrm>
            <a:off x="8210040"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5" name="Text Placeholder 19">
            <a:extLst>
              <a:ext uri="{FF2B5EF4-FFF2-40B4-BE49-F238E27FC236}">
                <a16:creationId xmlns:a16="http://schemas.microsoft.com/office/drawing/2014/main" id="{60E4E1B8-67AC-DB4C-9F68-51E2CCF3AB02}"/>
              </a:ext>
            </a:extLst>
          </p:cNvPr>
          <p:cNvSpPr>
            <a:spLocks noGrp="1"/>
          </p:cNvSpPr>
          <p:nvPr>
            <p:ph type="body" sz="quarter" idx="30" hasCustomPrompt="1"/>
          </p:nvPr>
        </p:nvSpPr>
        <p:spPr>
          <a:xfrm>
            <a:off x="9171432"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Tree>
    <p:extLst>
      <p:ext uri="{BB962C8B-B14F-4D97-AF65-F5344CB8AC3E}">
        <p14:creationId xmlns:p14="http://schemas.microsoft.com/office/powerpoint/2010/main" val="1793625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506">
          <p15:clr>
            <a:srgbClr val="FBAE40"/>
          </p15:clr>
        </p15:guide>
        <p15:guide id="2" pos="2700">
          <p15:clr>
            <a:srgbClr val="FBAE40"/>
          </p15:clr>
        </p15:guide>
        <p15:guide id="3" orient="horz" pos="1266">
          <p15:clr>
            <a:srgbClr val="FBAE40"/>
          </p15:clr>
        </p15:guide>
        <p15:guide id="5" orient="horz" pos="4148">
          <p15:clr>
            <a:srgbClr val="FBAE40"/>
          </p15:clr>
        </p15:guide>
        <p15:guide id="6" pos="4978">
          <p15:clr>
            <a:srgbClr val="FBAE40"/>
          </p15:clr>
        </p15:guide>
        <p15:guide id="7" pos="5172">
          <p15:clr>
            <a:srgbClr val="FBAE40"/>
          </p15:clr>
        </p15:guide>
        <p15:guide id="8" orient="horz" pos="368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11457432" cy="914400"/>
          </a:xfrm>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828800"/>
            <a:ext cx="850392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4089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pos="5588">
          <p15:clr>
            <a:srgbClr val="FBAE40"/>
          </p15:clr>
        </p15:guide>
        <p15:guide id="4" orient="horz" pos="4148">
          <p15:clr>
            <a:srgbClr val="FBAE40"/>
          </p15:clr>
        </p15:guide>
        <p15:guide id="5" pos="578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557784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5352" y="1828800"/>
            <a:ext cx="557784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44514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8211312" y="1828800"/>
            <a:ext cx="361188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2609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10128"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45352"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43260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4">
          <p15:clr>
            <a:srgbClr val="FBAE40"/>
          </p15:clr>
        </p15:guide>
        <p15:guide id="2" pos="1890">
          <p15:clr>
            <a:srgbClr val="FBAE40"/>
          </p15:clr>
        </p15:guide>
        <p15:guide id="3" pos="5594">
          <p15:clr>
            <a:srgbClr val="FBAE40"/>
          </p15:clr>
        </p15:guide>
        <p15:guide id="4" pos="5788">
          <p15:clr>
            <a:srgbClr val="FBAE40"/>
          </p15:clr>
        </p15:guide>
        <p15:guide id="5" pos="3744">
          <p15:clr>
            <a:srgbClr val="FBAE40"/>
          </p15:clr>
        </p15:guide>
        <p15:guide id="6" pos="3934">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F123-E2C1-8448-BA4B-9ECBEA28E81D}"/>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7534656"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8211312"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51751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4978">
          <p15:clr>
            <a:srgbClr val="FBAE40"/>
          </p15:clr>
        </p15:guide>
        <p15:guide id="4" pos="5172">
          <p15:clr>
            <a:srgbClr val="FBAE40"/>
          </p15:clr>
        </p15:guide>
        <p15:guide id="5" orient="horz" pos="3832">
          <p15:clr>
            <a:srgbClr val="FBAE40"/>
          </p15:clr>
        </p15:guide>
        <p15:guide id="6" orient="horz" pos="1152">
          <p15:clr>
            <a:srgbClr val="FBAE40"/>
          </p15:clr>
        </p15:guide>
        <p15:guide id="7" orient="horz" pos="414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7534656"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65542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and Big Statement">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89B539CA-0534-5E4A-B663-3F3275090CF1}"/>
              </a:ext>
              <a:ext uri="{C183D7F6-B498-43B3-948B-1728B52AA6E4}">
                <adec:decorative xmlns:adec="http://schemas.microsoft.com/office/drawing/2017/decorative" val="1"/>
              </a:ext>
            </a:extLst>
          </p:cNvPr>
          <p:cNvSpPr/>
          <p:nvPr userDrawn="1"/>
        </p:nvSpPr>
        <p:spPr bwMode="hidden">
          <a:xfrm>
            <a:off x="6096000" y="0"/>
            <a:ext cx="6095999" cy="685799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5425440" cy="13716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2286000"/>
            <a:ext cx="5425440" cy="37947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6400800" y="365125"/>
            <a:ext cx="5422392" cy="5715635"/>
          </a:xfrm>
        </p:spPr>
        <p:txBody>
          <a:bodyPr/>
          <a:lstStyle>
            <a:lvl1pPr marL="0" indent="0">
              <a:lnSpc>
                <a:spcPct val="90000"/>
              </a:lnSpc>
              <a:spcBef>
                <a:spcPts val="0"/>
              </a:spcBef>
              <a:buNone/>
              <a:defRPr sz="5400">
                <a:solidFill>
                  <a:schemeClr val="bg1"/>
                </a:solidFill>
              </a:defRPr>
            </a:lvl1pPr>
            <a:lvl2pPr marL="182880">
              <a:spcBef>
                <a:spcPts val="1200"/>
              </a:spcBef>
              <a:defRPr>
                <a:solidFill>
                  <a:schemeClr val="bg1"/>
                </a:solidFill>
              </a:defRPr>
            </a:lvl2pPr>
            <a:lvl3pPr marL="365760">
              <a:defRPr>
                <a:solidFill>
                  <a:schemeClr val="bg1"/>
                </a:solidFill>
              </a:defRPr>
            </a:lvl3pPr>
            <a:lvl4pPr marL="548640">
              <a:defRPr>
                <a:solidFill>
                  <a:schemeClr val="bg1"/>
                </a:solidFill>
              </a:defRPr>
            </a:lvl4pPr>
            <a:lvl5pPr marL="731520">
              <a:defRPr>
                <a:solidFill>
                  <a:schemeClr val="bg1"/>
                </a:solidFill>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Slide Number Placeholder 10">
            <a:extLst>
              <a:ext uri="{FF2B5EF4-FFF2-40B4-BE49-F238E27FC236}">
                <a16:creationId xmlns:a16="http://schemas.microsoft.com/office/drawing/2014/main" id="{95469DE3-42AA-6A44-9155-4EF809893A4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bg1"/>
                </a:solidFill>
                <a:latin typeface="+mn-lt"/>
                <a:cs typeface="Trebuchet MS"/>
              </a:rPr>
              <a:t> </a:t>
            </a:r>
            <a:fld id="{110FD68B-4EE4-9D43-89F2-B87D6C9CEE3A}" type="slidenum">
              <a:rPr lang="en-US" sz="800" smtClean="0">
                <a:solidFill>
                  <a:schemeClr val="bg1"/>
                </a:solidFill>
                <a:latin typeface="+mn-lt"/>
                <a:cs typeface="Trebuchet MS"/>
              </a:rPr>
              <a:pPr algn="r"/>
              <a:t>‹#›</a:t>
            </a:fld>
            <a:endParaRPr lang="en-US" sz="800">
              <a:solidFill>
                <a:schemeClr val="bg1"/>
              </a:solidFill>
              <a:latin typeface="+mn-lt"/>
              <a:cs typeface="Trebuchet MS"/>
            </a:endParaRPr>
          </a:p>
        </p:txBody>
      </p:sp>
    </p:spTree>
    <p:extLst>
      <p:ext uri="{BB962C8B-B14F-4D97-AF65-F5344CB8AC3E}">
        <p14:creationId xmlns:p14="http://schemas.microsoft.com/office/powerpoint/2010/main" val="2151317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648">
          <p15:clr>
            <a:srgbClr val="FBAE40"/>
          </p15:clr>
        </p15:guide>
        <p15:guide id="2" pos="4032">
          <p15:clr>
            <a:srgbClr val="FBAE40"/>
          </p15:clr>
        </p15:guide>
        <p15:guide id="3" orient="horz" pos="3832">
          <p15:clr>
            <a:srgbClr val="FBAE40"/>
          </p15:clr>
        </p15:guide>
        <p15:guide id="4" orient="horz" pos="1440">
          <p15:clr>
            <a:srgbClr val="FBAE40"/>
          </p15:clr>
        </p15:guide>
        <p15:guide id="5" orient="horz" pos="4148">
          <p15:clr>
            <a:srgbClr val="FBAE40"/>
          </p15:clr>
        </p15:guide>
        <p15:guide id="6"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Statement">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8503920" cy="5715635"/>
          </a:xfrm>
        </p:spPr>
        <p:txBody>
          <a:bodyPr/>
          <a:lstStyle>
            <a:lvl1pPr marL="0" indent="0">
              <a:lnSpc>
                <a:spcPct val="90000"/>
              </a:lnSpc>
              <a:spcBef>
                <a:spcPts val="0"/>
              </a:spcBef>
              <a:buFontTx/>
              <a:buNone/>
              <a:defRPr sz="5400" b="0" spc="0" baseline="0">
                <a:solidFill>
                  <a:schemeClr val="tx1"/>
                </a:solidFill>
                <a:latin typeface="+mn-lt"/>
              </a:defRPr>
            </a:lvl1pPr>
            <a:lvl2pPr marL="182880">
              <a:spcBef>
                <a:spcPts val="1200"/>
              </a:spcBef>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19929881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5588">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Statement and Photo">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5578476" cy="5715635"/>
          </a:xfrm>
        </p:spPr>
        <p:txBody>
          <a:bodyPr/>
          <a:lstStyle>
            <a:lvl1pPr marL="0" indent="0">
              <a:lnSpc>
                <a:spcPct val="90000"/>
              </a:lnSpc>
              <a:spcBef>
                <a:spcPts val="0"/>
              </a:spcBef>
              <a:buFontTx/>
              <a:buNone/>
              <a:defRPr sz="5400" b="0" spc="0" baseline="0">
                <a:solidFill>
                  <a:schemeClr val="tx1"/>
                </a:solidFill>
                <a:latin typeface="+mn-lt"/>
              </a:defRPr>
            </a:lvl1pPr>
            <a:lvl2pPr marL="182880">
              <a:spcBef>
                <a:spcPts val="1200"/>
              </a:spcBef>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Picture Placeholder 2">
            <a:extLst>
              <a:ext uri="{FF2B5EF4-FFF2-40B4-BE49-F238E27FC236}">
                <a16:creationId xmlns:a16="http://schemas.microsoft.com/office/drawing/2014/main" id="{85703ED2-2085-054E-9C34-0E934DFAD104}"/>
              </a:ext>
            </a:extLst>
          </p:cNvPr>
          <p:cNvSpPr>
            <a:spLocks noGrp="1"/>
          </p:cNvSpPr>
          <p:nvPr>
            <p:ph type="pic" sz="quarter" idx="13" hasCustomPrompt="1"/>
          </p:nvPr>
        </p:nvSpPr>
        <p:spPr>
          <a:xfrm>
            <a:off x="6245225" y="2880360"/>
            <a:ext cx="5578475" cy="3200400"/>
          </a:xfrm>
          <a:solidFill>
            <a:srgbClr val="7A7480"/>
          </a:solidFill>
        </p:spPr>
        <p:txBody>
          <a:bodyPr anchor="ctr" anchorCtr="0">
            <a:normAutofit/>
          </a:bodyPr>
          <a:lstStyle>
            <a:lvl1pPr marL="0" indent="0" algn="ctr">
              <a:buFontTx/>
              <a:buNone/>
              <a:defRPr sz="1200">
                <a:solidFill>
                  <a:schemeClr val="tx1"/>
                </a:solidFill>
              </a:defRPr>
            </a:lvl1pPr>
          </a:lstStyle>
          <a:p>
            <a:r>
              <a:rPr lang="en-US"/>
              <a:t>[Click icon to insert photo]</a:t>
            </a:r>
          </a:p>
        </p:txBody>
      </p:sp>
    </p:spTree>
    <p:extLst>
      <p:ext uri="{BB962C8B-B14F-4D97-AF65-F5344CB8AC3E}">
        <p14:creationId xmlns:p14="http://schemas.microsoft.com/office/powerpoint/2010/main" val="25752877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3744">
          <p15:clr>
            <a:srgbClr val="FBAE40"/>
          </p15:clr>
        </p15:guide>
        <p15:guide id="6" pos="393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ck matrix slide ">
    <p:bg>
      <p:bgPr>
        <a:solidFill>
          <a:srgbClr val="231F20"/>
        </a:solidFill>
        <a:effectLst/>
      </p:bgPr>
    </p:bg>
    <p:spTree>
      <p:nvGrpSpPr>
        <p:cNvPr id="1" name=""/>
        <p:cNvGrpSpPr/>
        <p:nvPr/>
      </p:nvGrpSpPr>
      <p:grpSpPr>
        <a:xfrm>
          <a:off x="0" y="0"/>
          <a:ext cx="0" cy="0"/>
          <a:chOff x="0" y="0"/>
          <a:chExt cx="0" cy="0"/>
        </a:xfrm>
      </p:grpSpPr>
      <p:sp>
        <p:nvSpPr>
          <p:cNvPr id="36" name="Shape 254">
            <a:extLst>
              <a:ext uri="{FF2B5EF4-FFF2-40B4-BE49-F238E27FC236}">
                <a16:creationId xmlns:a16="http://schemas.microsoft.com/office/drawing/2014/main" id="{3654D345-857C-AD48-BF41-7384F4B8FC7E}"/>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a:latin typeface="Arial" panose="020B0604020202020204" pitchFamily="34" charset="0"/>
              <a:cs typeface="Arial" panose="020B0604020202020204" pitchFamily="34" charset="0"/>
            </a:endParaRPr>
          </a:p>
        </p:txBody>
      </p:sp>
      <p:grpSp>
        <p:nvGrpSpPr>
          <p:cNvPr id="15" name="Group 14">
            <a:extLst>
              <a:ext uri="{FF2B5EF4-FFF2-40B4-BE49-F238E27FC236}">
                <a16:creationId xmlns:a16="http://schemas.microsoft.com/office/drawing/2014/main" id="{07DD0EA4-E8C6-6144-8A55-68EC0BD75623}"/>
              </a:ext>
            </a:extLst>
          </p:cNvPr>
          <p:cNvGrpSpPr/>
          <p:nvPr userDrawn="1"/>
        </p:nvGrpSpPr>
        <p:grpSpPr>
          <a:xfrm>
            <a:off x="4276115" y="2272177"/>
            <a:ext cx="3634508" cy="3229764"/>
            <a:chOff x="4523760" y="2165131"/>
            <a:chExt cx="3139218" cy="3300132"/>
          </a:xfrm>
        </p:grpSpPr>
        <p:grpSp>
          <p:nvGrpSpPr>
            <p:cNvPr id="16" name="Group 15">
              <a:extLst>
                <a:ext uri="{FF2B5EF4-FFF2-40B4-BE49-F238E27FC236}">
                  <a16:creationId xmlns:a16="http://schemas.microsoft.com/office/drawing/2014/main" id="{12CE0F8A-9749-2841-ADE4-5DABA3F59900}"/>
                </a:ext>
              </a:extLst>
            </p:cNvPr>
            <p:cNvGrpSpPr/>
            <p:nvPr/>
          </p:nvGrpSpPr>
          <p:grpSpPr>
            <a:xfrm rot="10800000">
              <a:off x="6616255" y="2165131"/>
              <a:ext cx="1046723" cy="3300132"/>
              <a:chOff x="5319301" y="2165131"/>
              <a:chExt cx="1046723" cy="3300132"/>
            </a:xfrm>
          </p:grpSpPr>
          <p:sp>
            <p:nvSpPr>
              <p:cNvPr id="23" name="Freeform 22">
                <a:extLst>
                  <a:ext uri="{FF2B5EF4-FFF2-40B4-BE49-F238E27FC236}">
                    <a16:creationId xmlns:a16="http://schemas.microsoft.com/office/drawing/2014/main" id="{C098769E-92CD-8F41-93BC-58F6E171AF4C}"/>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24" name="Freeform 23">
                <a:extLst>
                  <a:ext uri="{FF2B5EF4-FFF2-40B4-BE49-F238E27FC236}">
                    <a16:creationId xmlns:a16="http://schemas.microsoft.com/office/drawing/2014/main" id="{8C7E4065-7786-324C-81B7-8A3F60B60784}"/>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grpSp>
          <p:nvGrpSpPr>
            <p:cNvPr id="17" name="Group 16">
              <a:extLst>
                <a:ext uri="{FF2B5EF4-FFF2-40B4-BE49-F238E27FC236}">
                  <a16:creationId xmlns:a16="http://schemas.microsoft.com/office/drawing/2014/main" id="{43891A5D-A47C-CE46-9D89-BC4054326B32}"/>
                </a:ext>
              </a:extLst>
            </p:cNvPr>
            <p:cNvGrpSpPr/>
            <p:nvPr/>
          </p:nvGrpSpPr>
          <p:grpSpPr>
            <a:xfrm>
              <a:off x="4523760" y="2165131"/>
              <a:ext cx="3139218" cy="3300132"/>
              <a:chOff x="4523760" y="2165131"/>
              <a:chExt cx="3139218" cy="3300132"/>
            </a:xfrm>
          </p:grpSpPr>
          <p:sp>
            <p:nvSpPr>
              <p:cNvPr id="18" name="Freeform 17">
                <a:extLst>
                  <a:ext uri="{FF2B5EF4-FFF2-40B4-BE49-F238E27FC236}">
                    <a16:creationId xmlns:a16="http://schemas.microsoft.com/office/drawing/2014/main" id="{2AAE9772-3782-544A-ACF3-536CB51CB024}"/>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9" name="Freeform 18">
                <a:extLst>
                  <a:ext uri="{FF2B5EF4-FFF2-40B4-BE49-F238E27FC236}">
                    <a16:creationId xmlns:a16="http://schemas.microsoft.com/office/drawing/2014/main" id="{78CE2C25-6F54-8747-B804-56A15454E2FC}"/>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nvGrpSpPr>
              <p:cNvPr id="20" name="Group 19">
                <a:extLst>
                  <a:ext uri="{FF2B5EF4-FFF2-40B4-BE49-F238E27FC236}">
                    <a16:creationId xmlns:a16="http://schemas.microsoft.com/office/drawing/2014/main" id="{E8CEF591-02C0-5A4E-9D30-BF8404CB082A}"/>
                  </a:ext>
                </a:extLst>
              </p:cNvPr>
              <p:cNvGrpSpPr/>
              <p:nvPr/>
            </p:nvGrpSpPr>
            <p:grpSpPr>
              <a:xfrm>
                <a:off x="4523760" y="3772576"/>
                <a:ext cx="3139218" cy="0"/>
                <a:chOff x="4523760" y="3772576"/>
                <a:chExt cx="3139218" cy="0"/>
              </a:xfrm>
            </p:grpSpPr>
            <p:cxnSp>
              <p:nvCxnSpPr>
                <p:cNvPr id="21" name="Straight Connector 20">
                  <a:extLst>
                    <a:ext uri="{FF2B5EF4-FFF2-40B4-BE49-F238E27FC236}">
                      <a16:creationId xmlns:a16="http://schemas.microsoft.com/office/drawing/2014/main" id="{12974C4C-126A-9B4C-BB85-E4588AC80AE5}"/>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22" name="Straight Connector 21">
                  <a:extLst>
                    <a:ext uri="{FF2B5EF4-FFF2-40B4-BE49-F238E27FC236}">
                      <a16:creationId xmlns:a16="http://schemas.microsoft.com/office/drawing/2014/main" id="{3889D689-652E-AA41-93D0-8D00C6D2E752}"/>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25" name="Title 1">
            <a:extLst>
              <a:ext uri="{FF2B5EF4-FFF2-40B4-BE49-F238E27FC236}">
                <a16:creationId xmlns:a16="http://schemas.microsoft.com/office/drawing/2014/main" id="{7C8CF3D2-BEBA-C349-B2D6-0B549233818C}"/>
              </a:ext>
            </a:extLst>
          </p:cNvPr>
          <p:cNvSpPr>
            <a:spLocks noGrp="1"/>
          </p:cNvSpPr>
          <p:nvPr>
            <p:ph type="title" hasCustomPrompt="1"/>
          </p:nvPr>
        </p:nvSpPr>
        <p:spPr>
          <a:xfrm>
            <a:off x="365760" y="365760"/>
            <a:ext cx="11457432" cy="914400"/>
          </a:xfrm>
        </p:spPr>
        <p:txBody>
          <a:bodyPr/>
          <a:lstStyle/>
          <a:p>
            <a:r>
              <a:rPr lang="en-US"/>
              <a:t>[Slide title]</a:t>
            </a:r>
          </a:p>
        </p:txBody>
      </p:sp>
      <p:sp>
        <p:nvSpPr>
          <p:cNvPr id="28" name="Text Placeholder 3">
            <a:extLst>
              <a:ext uri="{FF2B5EF4-FFF2-40B4-BE49-F238E27FC236}">
                <a16:creationId xmlns:a16="http://schemas.microsoft.com/office/drawing/2014/main" id="{722AE925-73E6-1E40-B1D3-2D4167D79D3C}"/>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9" name="Text Placeholder 3">
            <a:extLst>
              <a:ext uri="{FF2B5EF4-FFF2-40B4-BE49-F238E27FC236}">
                <a16:creationId xmlns:a16="http://schemas.microsoft.com/office/drawing/2014/main" id="{D8198605-B885-9A41-8D8A-D035A91904C0}"/>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3">
            <a:extLst>
              <a:ext uri="{FF2B5EF4-FFF2-40B4-BE49-F238E27FC236}">
                <a16:creationId xmlns:a16="http://schemas.microsoft.com/office/drawing/2014/main" id="{6129372C-1EEE-8D46-8BE0-E15A7B7EE08C}"/>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1" name="Text Placeholder 3">
            <a:extLst>
              <a:ext uri="{FF2B5EF4-FFF2-40B4-BE49-F238E27FC236}">
                <a16:creationId xmlns:a16="http://schemas.microsoft.com/office/drawing/2014/main" id="{59053C17-DAF2-5640-99DA-51CFD6E4D740}"/>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3">
            <a:extLst>
              <a:ext uri="{FF2B5EF4-FFF2-40B4-BE49-F238E27FC236}">
                <a16:creationId xmlns:a16="http://schemas.microsoft.com/office/drawing/2014/main" id="{B430F098-CBE4-764A-8AFE-7AE021AD1D23}"/>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3" name="Text Placeholder 3">
            <a:extLst>
              <a:ext uri="{FF2B5EF4-FFF2-40B4-BE49-F238E27FC236}">
                <a16:creationId xmlns:a16="http://schemas.microsoft.com/office/drawing/2014/main" id="{F8F3784F-29C6-2A4E-8652-9006987E615A}"/>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3">
            <a:extLst>
              <a:ext uri="{FF2B5EF4-FFF2-40B4-BE49-F238E27FC236}">
                <a16:creationId xmlns:a16="http://schemas.microsoft.com/office/drawing/2014/main" id="{486FE411-AEA1-074C-8E1E-AB726E404A6D}"/>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defRPr>
            </a:lvl1pPr>
            <a:lvl2pPr marL="0" indent="0" algn="ctr">
              <a:spcBef>
                <a:spcPts val="0"/>
              </a:spcBef>
              <a:buFontTx/>
              <a:buNone/>
              <a:defRPr sz="1400">
                <a:solidFill>
                  <a:schemeClr val="bg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35" name="Text Placeholder 3">
            <a:extLst>
              <a:ext uri="{FF2B5EF4-FFF2-40B4-BE49-F238E27FC236}">
                <a16:creationId xmlns:a16="http://schemas.microsoft.com/office/drawing/2014/main" id="{0127D421-D043-2348-8234-BD3E2C07B56B}"/>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34892936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558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White matrix">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3DAF5ADD-F8F2-F343-8BFE-07BA26E6706E}"/>
              </a:ext>
            </a:extLst>
          </p:cNvPr>
          <p:cNvSpPr/>
          <p:nvPr userDrawn="1"/>
        </p:nvSpPr>
        <p:spPr>
          <a:xfrm>
            <a:off x="8077011"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0" name="Rectangle 29">
            <a:extLst>
              <a:ext uri="{FF2B5EF4-FFF2-40B4-BE49-F238E27FC236}">
                <a16:creationId xmlns:a16="http://schemas.microsoft.com/office/drawing/2014/main" id="{17D3E450-F0B4-AE4F-A018-48E5825AD249}"/>
              </a:ext>
            </a:extLst>
          </p:cNvPr>
          <p:cNvSpPr/>
          <p:nvPr userDrawn="1"/>
        </p:nvSpPr>
        <p:spPr>
          <a:xfrm>
            <a:off x="8077011"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1" name="Rectangle 30">
            <a:extLst>
              <a:ext uri="{FF2B5EF4-FFF2-40B4-BE49-F238E27FC236}">
                <a16:creationId xmlns:a16="http://schemas.microsoft.com/office/drawing/2014/main" id="{EB2F3EF2-AD8F-BA42-80FD-6B2B75404CBE}"/>
              </a:ext>
            </a:extLst>
          </p:cNvPr>
          <p:cNvSpPr/>
          <p:nvPr userDrawn="1"/>
        </p:nvSpPr>
        <p:spPr>
          <a:xfrm>
            <a:off x="8077011"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7" name="Rectangle 26">
            <a:extLst>
              <a:ext uri="{FF2B5EF4-FFF2-40B4-BE49-F238E27FC236}">
                <a16:creationId xmlns:a16="http://schemas.microsoft.com/office/drawing/2014/main" id="{A939AD89-F192-FF4C-9FDE-8CDC37E3A118}"/>
              </a:ext>
            </a:extLst>
          </p:cNvPr>
          <p:cNvSpPr/>
          <p:nvPr userDrawn="1"/>
        </p:nvSpPr>
        <p:spPr>
          <a:xfrm>
            <a:off x="1169584"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8" name="Rectangle 27">
            <a:extLst>
              <a:ext uri="{FF2B5EF4-FFF2-40B4-BE49-F238E27FC236}">
                <a16:creationId xmlns:a16="http://schemas.microsoft.com/office/drawing/2014/main" id="{0F78E8BA-7299-5B4B-90EF-16DDCFF61B65}"/>
              </a:ext>
            </a:extLst>
          </p:cNvPr>
          <p:cNvSpPr/>
          <p:nvPr userDrawn="1"/>
        </p:nvSpPr>
        <p:spPr>
          <a:xfrm>
            <a:off x="1169584"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 name="Rectangle 1">
            <a:extLst>
              <a:ext uri="{FF2B5EF4-FFF2-40B4-BE49-F238E27FC236}">
                <a16:creationId xmlns:a16="http://schemas.microsoft.com/office/drawing/2014/main" id="{E39CEA8B-A2F8-3B4B-92B2-F430FA70E5D8}"/>
              </a:ext>
            </a:extLst>
          </p:cNvPr>
          <p:cNvSpPr/>
          <p:nvPr userDrawn="1"/>
        </p:nvSpPr>
        <p:spPr>
          <a:xfrm>
            <a:off x="1169584"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Shape 254">
            <a:extLst>
              <a:ext uri="{FF2B5EF4-FFF2-40B4-BE49-F238E27FC236}">
                <a16:creationId xmlns:a16="http://schemas.microsoft.com/office/drawing/2014/main" id="{75862DAC-BC9F-534C-9C89-CE60499DB282}"/>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A7F76238-5A1A-CD49-AFE0-ECC1928CEF6B}"/>
              </a:ext>
            </a:extLst>
          </p:cNvPr>
          <p:cNvGrpSpPr/>
          <p:nvPr userDrawn="1"/>
        </p:nvGrpSpPr>
        <p:grpSpPr>
          <a:xfrm>
            <a:off x="4276115" y="2272177"/>
            <a:ext cx="3634508" cy="3229764"/>
            <a:chOff x="4523760" y="2165131"/>
            <a:chExt cx="3139218" cy="3300132"/>
          </a:xfrm>
        </p:grpSpPr>
        <p:grpSp>
          <p:nvGrpSpPr>
            <p:cNvPr id="10" name="Group 9">
              <a:extLst>
                <a:ext uri="{FF2B5EF4-FFF2-40B4-BE49-F238E27FC236}">
                  <a16:creationId xmlns:a16="http://schemas.microsoft.com/office/drawing/2014/main" id="{3926780E-0B08-7C41-9DB5-0748FEF36629}"/>
                </a:ext>
              </a:extLst>
            </p:cNvPr>
            <p:cNvGrpSpPr/>
            <p:nvPr/>
          </p:nvGrpSpPr>
          <p:grpSpPr>
            <a:xfrm rot="10800000">
              <a:off x="6616255" y="2165131"/>
              <a:ext cx="1046723" cy="3300132"/>
              <a:chOff x="5319301" y="2165131"/>
              <a:chExt cx="1046723" cy="3300132"/>
            </a:xfrm>
          </p:grpSpPr>
          <p:sp>
            <p:nvSpPr>
              <p:cNvPr id="17" name="Freeform 16">
                <a:extLst>
                  <a:ext uri="{FF2B5EF4-FFF2-40B4-BE49-F238E27FC236}">
                    <a16:creationId xmlns:a16="http://schemas.microsoft.com/office/drawing/2014/main" id="{95B6473F-E718-0D49-92EB-0C52F372925A}"/>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8" name="Freeform 17">
                <a:extLst>
                  <a:ext uri="{FF2B5EF4-FFF2-40B4-BE49-F238E27FC236}">
                    <a16:creationId xmlns:a16="http://schemas.microsoft.com/office/drawing/2014/main" id="{DAB00B52-8B5D-0D4E-89BA-E74849ECF2FD}"/>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grpSp>
          <p:nvGrpSpPr>
            <p:cNvPr id="11" name="Group 10">
              <a:extLst>
                <a:ext uri="{FF2B5EF4-FFF2-40B4-BE49-F238E27FC236}">
                  <a16:creationId xmlns:a16="http://schemas.microsoft.com/office/drawing/2014/main" id="{54F95102-21B7-5D43-B11A-49C22A401513}"/>
                </a:ext>
              </a:extLst>
            </p:cNvPr>
            <p:cNvGrpSpPr/>
            <p:nvPr/>
          </p:nvGrpSpPr>
          <p:grpSpPr>
            <a:xfrm>
              <a:off x="4523760" y="2165131"/>
              <a:ext cx="3139218" cy="3300132"/>
              <a:chOff x="4523760" y="2165131"/>
              <a:chExt cx="3139218" cy="3300132"/>
            </a:xfrm>
          </p:grpSpPr>
          <p:sp>
            <p:nvSpPr>
              <p:cNvPr id="12" name="Freeform 11">
                <a:extLst>
                  <a:ext uri="{FF2B5EF4-FFF2-40B4-BE49-F238E27FC236}">
                    <a16:creationId xmlns:a16="http://schemas.microsoft.com/office/drawing/2014/main" id="{D5C885FC-FEA3-6A47-B3DA-10BAE1B65B41}"/>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3" name="Freeform 12">
                <a:extLst>
                  <a:ext uri="{FF2B5EF4-FFF2-40B4-BE49-F238E27FC236}">
                    <a16:creationId xmlns:a16="http://schemas.microsoft.com/office/drawing/2014/main" id="{4964E914-17DD-EA45-9539-DBC75C8DB186}"/>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nvGrpSpPr>
              <p:cNvPr id="14" name="Group 13">
                <a:extLst>
                  <a:ext uri="{FF2B5EF4-FFF2-40B4-BE49-F238E27FC236}">
                    <a16:creationId xmlns:a16="http://schemas.microsoft.com/office/drawing/2014/main" id="{243E3ADF-DC21-554A-8700-783D72893BF9}"/>
                  </a:ext>
                </a:extLst>
              </p:cNvPr>
              <p:cNvGrpSpPr/>
              <p:nvPr/>
            </p:nvGrpSpPr>
            <p:grpSpPr>
              <a:xfrm>
                <a:off x="4523760" y="3772576"/>
                <a:ext cx="3139218" cy="0"/>
                <a:chOff x="4523760" y="3772576"/>
                <a:chExt cx="3139218" cy="0"/>
              </a:xfrm>
            </p:grpSpPr>
            <p:cxnSp>
              <p:nvCxnSpPr>
                <p:cNvPr id="15" name="Straight Connector 14">
                  <a:extLst>
                    <a:ext uri="{FF2B5EF4-FFF2-40B4-BE49-F238E27FC236}">
                      <a16:creationId xmlns:a16="http://schemas.microsoft.com/office/drawing/2014/main" id="{EA01B305-7F11-B942-990C-C814D94EF69B}"/>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16" name="Straight Connector 15">
                  <a:extLst>
                    <a:ext uri="{FF2B5EF4-FFF2-40B4-BE49-F238E27FC236}">
                      <a16:creationId xmlns:a16="http://schemas.microsoft.com/office/drawing/2014/main" id="{7573937A-7329-6A44-A5E0-6054923AD210}"/>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19" name="Text Placeholder 3">
            <a:extLst>
              <a:ext uri="{FF2B5EF4-FFF2-40B4-BE49-F238E27FC236}">
                <a16:creationId xmlns:a16="http://schemas.microsoft.com/office/drawing/2014/main" id="{32194EF1-9713-B545-A686-F6233D0C83CB}"/>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0" name="Text Placeholder 3">
            <a:extLst>
              <a:ext uri="{FF2B5EF4-FFF2-40B4-BE49-F238E27FC236}">
                <a16:creationId xmlns:a16="http://schemas.microsoft.com/office/drawing/2014/main" id="{76D6238E-7EFF-1944-B782-00E6D63FCA78}"/>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3">
            <a:extLst>
              <a:ext uri="{FF2B5EF4-FFF2-40B4-BE49-F238E27FC236}">
                <a16:creationId xmlns:a16="http://schemas.microsoft.com/office/drawing/2014/main" id="{B0F906E1-AFB2-3342-9AEE-5D9D3825D059}"/>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2" name="Text Placeholder 3">
            <a:extLst>
              <a:ext uri="{FF2B5EF4-FFF2-40B4-BE49-F238E27FC236}">
                <a16:creationId xmlns:a16="http://schemas.microsoft.com/office/drawing/2014/main" id="{6F22C132-DC15-354D-A2CF-2709D58EC79E}"/>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3">
            <a:extLst>
              <a:ext uri="{FF2B5EF4-FFF2-40B4-BE49-F238E27FC236}">
                <a16:creationId xmlns:a16="http://schemas.microsoft.com/office/drawing/2014/main" id="{3DDB394F-E1C7-9246-982F-9B98213F2451}"/>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4" name="Text Placeholder 3">
            <a:extLst>
              <a:ext uri="{FF2B5EF4-FFF2-40B4-BE49-F238E27FC236}">
                <a16:creationId xmlns:a16="http://schemas.microsoft.com/office/drawing/2014/main" id="{C234B5C4-1230-8C4E-AD1C-1CBA6628DF9E}"/>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5" name="Text Placeholder 3">
            <a:extLst>
              <a:ext uri="{FF2B5EF4-FFF2-40B4-BE49-F238E27FC236}">
                <a16:creationId xmlns:a16="http://schemas.microsoft.com/office/drawing/2014/main" id="{E5E72B16-C9CB-364D-87B5-41808627C99A}"/>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defRPr>
            </a:lvl1pPr>
            <a:lvl2pPr marL="0" indent="0" algn="ctr">
              <a:spcBef>
                <a:spcPts val="0"/>
              </a:spcBef>
              <a:buFontTx/>
              <a:buNone/>
              <a:defRPr sz="1400">
                <a:solidFill>
                  <a:schemeClr val="bg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26" name="Text Placeholder 3">
            <a:extLst>
              <a:ext uri="{FF2B5EF4-FFF2-40B4-BE49-F238E27FC236}">
                <a16:creationId xmlns:a16="http://schemas.microsoft.com/office/drawing/2014/main" id="{987FC7CF-BBAC-484D-8F40-A8B0E9643121}"/>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1350034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tatement and Photo">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65760"/>
            <a:ext cx="4114800" cy="2560320"/>
          </a:xfrm>
          <a:solidFill>
            <a:srgbClr val="006E74"/>
          </a:solidFill>
        </p:spPr>
        <p:txBody>
          <a:bodyPr lIns="182880" tIns="182880" rIns="182880" bIns="182880">
            <a:noAutofit/>
          </a:bodyPr>
          <a:lstStyle>
            <a:lvl1pPr marL="0" indent="0">
              <a:lnSpc>
                <a:spcPct val="90000"/>
              </a:lnSpc>
              <a:spcBef>
                <a:spcPts val="0"/>
              </a:spcBef>
              <a:buNone/>
              <a:defRPr sz="3200">
                <a:solidFill>
                  <a:schemeClr val="bg1"/>
                </a:solidFill>
              </a:defRPr>
            </a:lvl1pPr>
            <a:lvl2pPr marL="182880" indent="-182880">
              <a:spcBef>
                <a:spcPts val="1200"/>
              </a:spcBef>
              <a:buFont typeface="Arial" panose="020B0604020202020204" pitchFamily="34" charset="0"/>
              <a:buChar char="•"/>
              <a:defRPr>
                <a:solidFill>
                  <a:schemeClr val="bg1"/>
                </a:solidFill>
              </a:defRPr>
            </a:lvl2pPr>
            <a:lvl3pPr marL="365760">
              <a:defRPr>
                <a:solidFill>
                  <a:schemeClr val="bg1"/>
                </a:solidFill>
              </a:defRPr>
            </a:lvl3pPr>
            <a:lvl4pPr marL="548640">
              <a:defRPr>
                <a:solidFill>
                  <a:schemeClr val="bg1"/>
                </a:solidFill>
              </a:defRPr>
            </a:lvl4pPr>
            <a:lvl5pPr marL="731520">
              <a:defRPr>
                <a:solidFill>
                  <a:schemeClr val="bg1"/>
                </a:solidFill>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a:t>[Statement]</a:t>
            </a:r>
          </a:p>
          <a:p>
            <a:pPr lvl="1"/>
            <a:r>
              <a:rPr lang="en-US"/>
              <a:t>Second level</a:t>
            </a:r>
          </a:p>
          <a:p>
            <a:pPr lvl="2"/>
            <a:r>
              <a:rPr lang="en-US"/>
              <a:t>Third level</a:t>
            </a:r>
          </a:p>
          <a:p>
            <a:pPr lvl="3"/>
            <a:r>
              <a:rPr lang="en-US"/>
              <a:t>Fourth level</a:t>
            </a:r>
          </a:p>
          <a:p>
            <a:pPr lvl="4"/>
            <a:r>
              <a:rPr lang="en-US"/>
              <a:t>Fifth level</a:t>
            </a:r>
          </a:p>
        </p:txBody>
      </p:sp>
      <p:sp>
        <p:nvSpPr>
          <p:cNvPr id="5" name="Picture Placeholder 2">
            <a:extLst>
              <a:ext uri="{FF2B5EF4-FFF2-40B4-BE49-F238E27FC236}">
                <a16:creationId xmlns:a16="http://schemas.microsoft.com/office/drawing/2014/main" id="{918B9EB3-9DF0-FF4B-93BA-55630E773DD9}"/>
              </a:ext>
            </a:extLst>
          </p:cNvPr>
          <p:cNvSpPr>
            <a:spLocks noGrp="1"/>
          </p:cNvSpPr>
          <p:nvPr>
            <p:ph type="pic" sz="quarter" idx="13" hasCustomPrompt="1"/>
          </p:nvPr>
        </p:nvSpPr>
        <p:spPr>
          <a:xfrm>
            <a:off x="6245352" y="365760"/>
            <a:ext cx="5577840" cy="5717540"/>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3124256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 and Statem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4" y="1828800"/>
            <a:ext cx="5184775" cy="3200400"/>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hasCustomPrompt="1"/>
          </p:nvPr>
        </p:nvSpPr>
        <p:spPr>
          <a:xfrm>
            <a:off x="6245352" y="1828800"/>
            <a:ext cx="5577840" cy="3200400"/>
          </a:xfrm>
        </p:spPr>
        <p:txBody>
          <a:bodyPr anchor="b" anchorCtr="0">
            <a:normAutofit/>
          </a:bodyPr>
          <a:lstStyle>
            <a:lvl1pPr marL="0" indent="0">
              <a:lnSpc>
                <a:spcPct val="90000"/>
              </a:lnSpc>
              <a:spcBef>
                <a:spcPts val="0"/>
              </a:spcBef>
              <a:buNone/>
              <a:defRPr sz="3600">
                <a:solidFill>
                  <a:schemeClr val="tx1"/>
                </a:solidFill>
              </a:defRPr>
            </a:lvl1pPr>
            <a:lvl2pPr marL="182880" indent="-182880">
              <a:spcBef>
                <a:spcPts val="1200"/>
              </a:spcBef>
              <a:buFont typeface="Arial" panose="020B0604020202020204" pitchFamily="34" charset="0"/>
              <a:buChar char="•"/>
              <a:defRPr sz="1800"/>
            </a:lvl2pPr>
            <a:lvl3pPr marL="365760">
              <a:defRPr sz="1800"/>
            </a:lvl3pPr>
            <a:lvl4pPr marL="548640">
              <a:defRPr sz="1800"/>
            </a:lvl4pPr>
            <a:lvl5pPr marL="731520">
              <a:defRPr sz="1800"/>
            </a:lvl5pPr>
            <a:lvl6pPr marL="914400">
              <a:defRPr sz="1800"/>
            </a:lvl6pPr>
            <a:lvl7pPr marL="1097280">
              <a:defRPr sz="1800"/>
            </a:lvl7pPr>
            <a:lvl8pPr marL="1280160">
              <a:defRPr sz="1800"/>
            </a:lvl8pPr>
            <a:lvl9pPr marL="1463040">
              <a:defRPr sz="1800"/>
            </a:lvl9pPr>
          </a:lstStyle>
          <a:p>
            <a:pPr lvl="0"/>
            <a:r>
              <a:rPr lang="en-US"/>
              <a:t>[Statement]</a:t>
            </a:r>
          </a:p>
        </p:txBody>
      </p:sp>
    </p:spTree>
    <p:extLst>
      <p:ext uri="{BB962C8B-B14F-4D97-AF65-F5344CB8AC3E}">
        <p14:creationId xmlns:p14="http://schemas.microsoft.com/office/powerpoint/2010/main" val="2158925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p15:clr>
            <a:srgbClr val="FBAE40"/>
          </p15:clr>
        </p15:guide>
        <p15:guide id="4" pos="3744">
          <p15:clr>
            <a:srgbClr val="FBAE40"/>
          </p15:clr>
        </p15:guide>
        <p15:guide id="7" orient="horz" pos="1152">
          <p15:clr>
            <a:srgbClr val="FBAE40"/>
          </p15:clr>
        </p15:guide>
        <p15:guide id="8" orient="horz" pos="3832">
          <p15:clr>
            <a:srgbClr val="FBAE40"/>
          </p15:clr>
        </p15:guide>
        <p15:guide id="9" orient="horz" pos="4148">
          <p15:clr>
            <a:srgbClr val="FBAE40"/>
          </p15:clr>
        </p15:guide>
        <p15:guide id="10" orient="horz" pos="3168">
          <p15:clr>
            <a:srgbClr val="FBAE40"/>
          </p15:clr>
        </p15:guide>
        <p15:guide id="11" pos="47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5" y="1828801"/>
            <a:ext cx="8121650" cy="4254500"/>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69357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63384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Photo and Sidebar">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0"/>
            <a:ext cx="8711514" cy="5647038"/>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444843"/>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6926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Cluster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8519160"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9028176" y="365760"/>
            <a:ext cx="2795016" cy="278892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6096000" y="1828800"/>
            <a:ext cx="2788920" cy="278892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1F89D7C7-C7B4-A74A-B754-DF69007D9111}"/>
              </a:ext>
            </a:extLst>
          </p:cNvPr>
          <p:cNvSpPr>
            <a:spLocks noGrp="1"/>
          </p:cNvSpPr>
          <p:nvPr>
            <p:ph type="body" sz="quarter" idx="12"/>
          </p:nvPr>
        </p:nvSpPr>
        <p:spPr>
          <a:xfrm>
            <a:off x="9028176" y="3289300"/>
            <a:ext cx="2795016" cy="278892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5">
            <a:extLst>
              <a:ext uri="{FF2B5EF4-FFF2-40B4-BE49-F238E27FC236}">
                <a16:creationId xmlns:a16="http://schemas.microsoft.com/office/drawing/2014/main" id="{4C83E999-6B6B-E44A-8409-73A1C711A568}"/>
              </a:ext>
            </a:extLst>
          </p:cNvPr>
          <p:cNvSpPr>
            <a:spLocks noGrp="1"/>
          </p:cNvSpPr>
          <p:nvPr>
            <p:ph type="body" sz="quarter" idx="14"/>
          </p:nvPr>
        </p:nvSpPr>
        <p:spPr>
          <a:xfrm>
            <a:off x="3172968" y="4069080"/>
            <a:ext cx="2788920" cy="27889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463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Cluster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7708392" y="365760"/>
            <a:ext cx="4114800" cy="411480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365758" y="1554480"/>
            <a:ext cx="4114800" cy="219456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4617719" y="2103118"/>
            <a:ext cx="2953512"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7708392" y="4617720"/>
            <a:ext cx="2971800" cy="146304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305882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Cluster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7" name="Text Placeholder 2">
            <a:extLst>
              <a:ext uri="{FF2B5EF4-FFF2-40B4-BE49-F238E27FC236}">
                <a16:creationId xmlns:a16="http://schemas.microsoft.com/office/drawing/2014/main" id="{1DE689A2-ED8E-6449-8345-C15EAB8BCA76}"/>
              </a:ext>
            </a:extLst>
          </p:cNvPr>
          <p:cNvSpPr>
            <a:spLocks noGrp="1"/>
          </p:cNvSpPr>
          <p:nvPr>
            <p:ph type="body" sz="quarter" idx="13"/>
          </p:nvPr>
        </p:nvSpPr>
        <p:spPr>
          <a:xfrm>
            <a:off x="7708392" y="365125"/>
            <a:ext cx="2331720" cy="2332355"/>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2286000" y="1828801"/>
            <a:ext cx="5285231" cy="1874519"/>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7708392" y="2834640"/>
            <a:ext cx="4114800"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617720" y="3840480"/>
            <a:ext cx="2953513" cy="224028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94784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Quarters Sa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59" y="365760"/>
            <a:ext cx="8202168"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8202168" cy="4251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95869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Quarters Bla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UST" descr="UST">
            <a:extLst>
              <a:ext uri="{FF2B5EF4-FFF2-40B4-BE49-F238E27FC236}">
                <a16:creationId xmlns:a16="http://schemas.microsoft.com/office/drawing/2014/main" id="{B2036B4F-78BB-BB43-B04B-458DE6C4A674}"/>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bwMode="auto">
          <a:xfrm>
            <a:off x="365760" y="365760"/>
            <a:ext cx="8203819" cy="914400"/>
          </a:xfrm>
        </p:spPr>
        <p:txBody>
          <a:bodyPr/>
          <a:lstStyle>
            <a:lvl1pPr>
              <a:defRPr>
                <a:solidFill>
                  <a:schemeClr val="bg1"/>
                </a:solidFill>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bwMode="auto">
          <a:xfrm>
            <a:off x="365759" y="1828800"/>
            <a:ext cx="8203819" cy="4251960"/>
          </a:xfrm>
        </p:spPr>
        <p:txBody>
          <a:bodyPr>
            <a:normAutofit/>
          </a:bodyPr>
          <a:lstStyle>
            <a:lvl1pPr>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vl6pPr>
              <a:defRPr sz="1800">
                <a:solidFill>
                  <a:schemeClr val="bg1"/>
                </a:solidFill>
              </a:defRPr>
            </a:lvl6pPr>
            <a:lvl7pPr>
              <a:defRPr sz="1800">
                <a:solidFill>
                  <a:schemeClr val="bg1"/>
                </a:solidFill>
              </a:defRPr>
            </a:lvl7pPr>
            <a:lvl8pPr>
              <a:defRPr sz="1800">
                <a:solidFill>
                  <a:schemeClr val="bg1"/>
                </a:solidFill>
              </a:defRPr>
            </a:lvl8pPr>
            <a:lvl9pPr>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4742" cy="4251960"/>
          </a:xfrm>
        </p:spPr>
        <p:txBody>
          <a:bodyPr>
            <a:normAutofit/>
          </a:bodyPr>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solidFill>
                  <a:schemeClr val="tx1"/>
                </a:solidFill>
              </a:defRPr>
            </a:lvl6pPr>
            <a:lvl7pPr>
              <a:defRPr sz="1600">
                <a:solidFill>
                  <a:schemeClr val="tx1"/>
                </a:solidFill>
              </a:defRPr>
            </a:lvl7pPr>
            <a:lvl8pPr>
              <a:defRPr sz="1600">
                <a:solidFill>
                  <a:schemeClr val="tx1"/>
                </a:solidFill>
              </a:defRPr>
            </a:lvl8pPr>
            <a:lvl9pPr>
              <a:defRPr sz="16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9436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365759"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4343400"/>
            <a:ext cx="3611880" cy="1737360"/>
          </a:xfrm>
        </p:spPr>
        <p:txBody>
          <a:bodyPr>
            <a:noAutofit/>
          </a:bodyPr>
          <a:lstStyle>
            <a:lvl1pPr marL="0" indent="0">
              <a:spcBef>
                <a:spcPts val="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4288536"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4343400"/>
            <a:ext cx="3611880" cy="1737360"/>
          </a:xfrm>
        </p:spPr>
        <p:txBody>
          <a:bodyPr>
            <a:noAutofit/>
          </a:bodyPr>
          <a:lstStyle>
            <a:lvl1pPr marL="0" indent="0">
              <a:spcBef>
                <a:spcPts val="60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422E667F-004C-0D48-B1F6-92F8E2AA02A2}"/>
              </a:ext>
            </a:extLst>
          </p:cNvPr>
          <p:cNvSpPr>
            <a:spLocks noGrp="1"/>
          </p:cNvSpPr>
          <p:nvPr>
            <p:ph type="pic" sz="quarter" idx="16" hasCustomPrompt="1"/>
          </p:nvPr>
        </p:nvSpPr>
        <p:spPr>
          <a:xfrm>
            <a:off x="8210676"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14" name="Content Placeholder 7">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4343400"/>
            <a:ext cx="3611880" cy="1737360"/>
          </a:xfrm>
        </p:spPr>
        <p:txBody>
          <a:bodyPr>
            <a:noAutofit/>
          </a:bodyPr>
          <a:lstStyle>
            <a:lvl1pPr marL="0" indent="0">
              <a:spcBef>
                <a:spcPts val="60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Tree>
    <p:extLst>
      <p:ext uri="{BB962C8B-B14F-4D97-AF65-F5344CB8AC3E}">
        <p14:creationId xmlns:p14="http://schemas.microsoft.com/office/powerpoint/2010/main" val="4272928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p15:clr>
            <a:srgbClr val="FBAE40"/>
          </p15:clr>
        </p15:guide>
        <p15:guide id="9" orient="horz" pos="259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iograph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FA626-DA7F-514F-B001-17AA4B414442}"/>
              </a:ext>
            </a:extLst>
          </p:cNvPr>
          <p:cNvSpPr>
            <a:spLocks noGrp="1"/>
          </p:cNvSpPr>
          <p:nvPr>
            <p:ph type="title" hasCustomPrompt="1"/>
          </p:nvPr>
        </p:nvSpPr>
        <p:spPr>
          <a:xfrm>
            <a:off x="365760" y="365760"/>
            <a:ext cx="8203565" cy="914400"/>
          </a:xfrm>
        </p:spPr>
        <p:txBody>
          <a:bodyPr/>
          <a:lstStyle/>
          <a:p>
            <a:r>
              <a:rPr lang="en-US"/>
              <a:t>[Slide title]</a:t>
            </a:r>
          </a:p>
        </p:txBody>
      </p:sp>
      <p:sp>
        <p:nvSpPr>
          <p:cNvPr id="11" name="Text Placeholder 2">
            <a:extLst>
              <a:ext uri="{FF2B5EF4-FFF2-40B4-BE49-F238E27FC236}">
                <a16:creationId xmlns:a16="http://schemas.microsoft.com/office/drawing/2014/main" id="{3C2EDD2B-10F3-2145-9FDC-23B8925E5553}"/>
              </a:ext>
            </a:extLst>
          </p:cNvPr>
          <p:cNvSpPr>
            <a:spLocks noGrp="1"/>
          </p:cNvSpPr>
          <p:nvPr>
            <p:ph type="body" sz="quarter" idx="11" hasCustomPrompt="1"/>
          </p:nvPr>
        </p:nvSpPr>
        <p:spPr>
          <a:xfrm>
            <a:off x="365124" y="1828800"/>
            <a:ext cx="2633472" cy="4251960"/>
          </a:xfrm>
        </p:spPr>
        <p:txBody>
          <a:bodyPr>
            <a:normAutofit/>
          </a:bodyPr>
          <a:lstStyle>
            <a:lvl1pPr marL="0" indent="0">
              <a:spcBef>
                <a:spcPts val="0"/>
              </a:spcBef>
              <a:buFontTx/>
              <a:buNone/>
              <a:defRPr sz="1600" b="1"/>
            </a:lvl1pPr>
            <a:lvl2pPr marL="0" indent="0">
              <a:spcBef>
                <a:spcPts val="600"/>
              </a:spcBef>
              <a:buFontTx/>
              <a:buNone/>
              <a:defRPr sz="1400" b="1">
                <a:solidFill>
                  <a:schemeClr val="tx1"/>
                </a:solidFill>
              </a:defRPr>
            </a:lvl2pPr>
            <a:lvl3pPr marL="0" indent="0">
              <a:spcBef>
                <a:spcPts val="600"/>
              </a:spcBef>
              <a:buFontTx/>
              <a:buNone/>
              <a:defRPr sz="1400"/>
            </a:lvl3pPr>
            <a:lvl4pPr marL="182880" indent="-182880">
              <a:spcBef>
                <a:spcPts val="600"/>
              </a:spcBef>
              <a:buFont typeface="Arial" panose="020B0604020202020204" pitchFamily="34" charset="0"/>
              <a:buChar char="•"/>
              <a:defRPr sz="1400"/>
            </a:lvl4pPr>
            <a:lvl5pPr marL="365760">
              <a:spcBef>
                <a:spcPts val="300"/>
              </a:spcBef>
              <a:defRPr sz="1400"/>
            </a:lvl5pPr>
            <a:lvl6pPr marL="548640">
              <a:spcBef>
                <a:spcPts val="300"/>
              </a:spcBef>
              <a:defRPr sz="1400"/>
            </a:lvl6pPr>
            <a:lvl7pPr marL="731520">
              <a:spcBef>
                <a:spcPts val="300"/>
              </a:spcBef>
              <a:defRPr sz="1400"/>
            </a:lvl7pPr>
            <a:lvl8pPr marL="914400">
              <a:spcBef>
                <a:spcPts val="300"/>
              </a:spcBef>
              <a:defRPr sz="1400"/>
            </a:lvl8pPr>
            <a:lvl9pPr marL="1097280">
              <a:spcBef>
                <a:spcPts val="300"/>
              </a:spcBef>
              <a:defRPr sz="1400"/>
            </a:lvl9pPr>
          </a:lstStyle>
          <a:p>
            <a:pPr lvl="0"/>
            <a:r>
              <a:rPr lang="en-US"/>
              <a:t>[</a:t>
            </a:r>
            <a:r>
              <a:rPr lang="en-US" err="1"/>
              <a:t>Firstname</a:t>
            </a:r>
            <a:r>
              <a:rPr lang="en-US"/>
              <a:t> </a:t>
            </a:r>
            <a:r>
              <a:rPr lang="en-US" err="1"/>
              <a:t>Lastname</a:t>
            </a:r>
            <a:r>
              <a:rPr lang="en-US"/>
              <a:t>]</a:t>
            </a:r>
          </a:p>
          <a:p>
            <a:pPr lvl="1"/>
            <a:r>
              <a:rPr lang="en-US"/>
              <a:t>[Title, Region]</a:t>
            </a:r>
          </a:p>
          <a:p>
            <a:pPr lvl="2"/>
            <a:r>
              <a:rPr lang="en-US"/>
              <a:t>[Summary]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 Placeholder 3">
            <a:extLst>
              <a:ext uri="{FF2B5EF4-FFF2-40B4-BE49-F238E27FC236}">
                <a16:creationId xmlns:a16="http://schemas.microsoft.com/office/drawing/2014/main" id="{48396495-DC8A-C048-99CD-670CAF8BE410}"/>
              </a:ext>
            </a:extLst>
          </p:cNvPr>
          <p:cNvSpPr>
            <a:spLocks noGrp="1"/>
          </p:cNvSpPr>
          <p:nvPr>
            <p:ph type="body" sz="quarter" idx="12" hasCustomPrompt="1"/>
          </p:nvPr>
        </p:nvSpPr>
        <p:spPr>
          <a:xfrm>
            <a:off x="3308350" y="1828800"/>
            <a:ext cx="3959352" cy="4251960"/>
          </a:xfrm>
        </p:spPr>
        <p:txBody>
          <a:bodyPr>
            <a:normAutofit/>
          </a:bodyPr>
          <a:lstStyle>
            <a:lvl1pPr marL="0" indent="0">
              <a:spcBef>
                <a:spcPts val="0"/>
              </a:spcBef>
              <a:buFontTx/>
              <a:buNone/>
              <a:defRPr sz="1600" b="1"/>
            </a:lvl1pPr>
            <a:lvl2pPr marL="0" indent="0">
              <a:spcBef>
                <a:spcPts val="600"/>
              </a:spcBef>
              <a:buFontTx/>
              <a:buNone/>
              <a:defRPr sz="1400" b="1">
                <a:solidFill>
                  <a:schemeClr val="tx1"/>
                </a:solidFill>
              </a:defRPr>
            </a:lvl2pPr>
            <a:lvl3pPr marL="0" indent="0">
              <a:spcBef>
                <a:spcPts val="600"/>
              </a:spcBef>
              <a:buFontTx/>
              <a:buNone/>
              <a:defRPr sz="1400"/>
            </a:lvl3pPr>
            <a:lvl4pPr marL="182880" indent="-182880">
              <a:spcBef>
                <a:spcPts val="600"/>
              </a:spcBef>
              <a:buFont typeface="Arial" panose="020B0604020202020204" pitchFamily="34" charset="0"/>
              <a:buChar char="•"/>
              <a:defRPr sz="1400"/>
            </a:lvl4pPr>
            <a:lvl5pPr marL="365760">
              <a:spcBef>
                <a:spcPts val="300"/>
              </a:spcBef>
              <a:defRPr sz="1400"/>
            </a:lvl5pPr>
            <a:lvl6pPr marL="548640">
              <a:spcBef>
                <a:spcPts val="300"/>
              </a:spcBef>
              <a:defRPr sz="1400"/>
            </a:lvl6pPr>
            <a:lvl7pPr marL="731520">
              <a:spcBef>
                <a:spcPts val="300"/>
              </a:spcBef>
              <a:defRPr sz="1400"/>
            </a:lvl7pPr>
            <a:lvl8pPr marL="914400">
              <a:spcBef>
                <a:spcPts val="300"/>
              </a:spcBef>
              <a:defRPr sz="1400"/>
            </a:lvl8pPr>
            <a:lvl9pPr marL="1097280">
              <a:spcBef>
                <a:spcPts val="300"/>
              </a:spcBef>
              <a:defRPr sz="1400"/>
            </a:lvl9pPr>
          </a:lstStyle>
          <a:p>
            <a:pPr lvl="0"/>
            <a:r>
              <a:rPr lang="en-US"/>
              <a:t>[Sector]</a:t>
            </a:r>
          </a:p>
          <a:p>
            <a:pPr lvl="1"/>
            <a:r>
              <a:rPr lang="en-US"/>
              <a:t>[00 years of experience]</a:t>
            </a:r>
          </a:p>
          <a:p>
            <a:pPr lvl="2"/>
            <a:r>
              <a:rPr lang="en-US"/>
              <a:t>[Biography]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Picture Placeholder 4">
            <a:extLst>
              <a:ext uri="{FF2B5EF4-FFF2-40B4-BE49-F238E27FC236}">
                <a16:creationId xmlns:a16="http://schemas.microsoft.com/office/drawing/2014/main" id="{FBE02541-C35D-1542-9123-AB8132D8C3AE}"/>
              </a:ext>
            </a:extLst>
          </p:cNvPr>
          <p:cNvSpPr>
            <a:spLocks noGrp="1"/>
          </p:cNvSpPr>
          <p:nvPr>
            <p:ph type="pic" sz="quarter" idx="13" hasCustomPrompt="1"/>
          </p:nvPr>
        </p:nvSpPr>
        <p:spPr>
          <a:xfrm>
            <a:off x="7571232" y="1828797"/>
            <a:ext cx="4251960" cy="4251960"/>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1287765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768">
          <p15:clr>
            <a:srgbClr val="FBAE40"/>
          </p15:clr>
        </p15:guide>
        <p15:guide id="2" pos="4580">
          <p15:clr>
            <a:srgbClr val="FBAE40"/>
          </p15:clr>
        </p15:guide>
        <p15:guide id="3" orient="horz" pos="1152">
          <p15:clr>
            <a:srgbClr val="FBAE40"/>
          </p15:clr>
        </p15:guide>
        <p15:guide id="4" orient="horz" pos="3832">
          <p15:clr>
            <a:srgbClr val="FBAE40"/>
          </p15:clr>
        </p15:guide>
        <p15:guide id="5" pos="1890">
          <p15:clr>
            <a:srgbClr val="FBAE40"/>
          </p15:clr>
        </p15:guide>
        <p15:guide id="6" pos="208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Header - Sand">
    <p:bg>
      <p:bgRef idx="1001">
        <a:schemeClr val="bg1"/>
      </p:bgRef>
    </p:bg>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376EEDB8-9F5B-F544-9AD6-4602265A5F11}"/>
              </a:ext>
              <a:ext uri="{C183D7F6-B498-43B3-948B-1728B52AA6E4}">
                <adec:decorative xmlns:adec="http://schemas.microsoft.com/office/drawing/2017/decorative" val="1"/>
              </a:ext>
            </a:extLst>
          </p:cNvPr>
          <p:cNvSpPr/>
          <p:nvPr userDrawn="1"/>
        </p:nvSpPr>
        <p:spPr bwMode="hidden">
          <a:xfrm>
            <a:off x="758952" y="365124"/>
            <a:ext cx="11064240" cy="5810885"/>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124712" y="731520"/>
            <a:ext cx="8503920" cy="2103120"/>
          </a:xfrm>
        </p:spPr>
        <p:txBody>
          <a:bodyPr anchor="t"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124712" y="2971798"/>
            <a:ext cx="8505190" cy="3111501"/>
          </a:xfrm>
        </p:spPr>
        <p:txBody>
          <a:bodyPr/>
          <a:lstStyle/>
          <a:p>
            <a:pPr lvl="0"/>
            <a:r>
              <a:rPr lang="en-US"/>
              <a:t>[Additional content, if needed]</a:t>
            </a:r>
          </a:p>
        </p:txBody>
      </p:sp>
    </p:spTree>
    <p:extLst>
      <p:ext uri="{BB962C8B-B14F-4D97-AF65-F5344CB8AC3E}">
        <p14:creationId xmlns:p14="http://schemas.microsoft.com/office/powerpoint/2010/main" val="8129796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066">
          <p15:clr>
            <a:srgbClr val="FBAE40"/>
          </p15:clr>
        </p15:guide>
        <p15:guide id="3" orient="horz" pos="3832">
          <p15:clr>
            <a:srgbClr val="FBAE40"/>
          </p15:clr>
        </p15:guide>
        <p15:guide id="4" orient="horz" pos="4148">
          <p15:clr>
            <a:srgbClr val="FBAE40"/>
          </p15:clr>
        </p15:guide>
        <p15:guide id="5" pos="708">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006E7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60" y="1737360"/>
            <a:ext cx="8503920" cy="2103120"/>
          </a:xfrm>
        </p:spPr>
        <p:txBody>
          <a:bodyPr anchor="b"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Tree>
    <p:extLst>
      <p:ext uri="{BB962C8B-B14F-4D97-AF65-F5344CB8AC3E}">
        <p14:creationId xmlns:p14="http://schemas.microsoft.com/office/powerpoint/2010/main" val="37697308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ection Header -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514600"/>
            <a:ext cx="9994900" cy="3568700"/>
          </a:xfrm>
        </p:spPr>
        <p:txBody>
          <a:bodyPr anchor="t" anchorCtr="0"/>
          <a:lstStyle>
            <a:lvl1pPr>
              <a:lnSpc>
                <a:spcPct val="85000"/>
              </a:lnSpc>
              <a:defRPr sz="7200" b="0" spc="-100" baseline="0"/>
            </a:lvl1pPr>
          </a:lstStyle>
          <a:p>
            <a:r>
              <a:rPr lang="en-US"/>
              <a:t>[Section title]</a:t>
            </a:r>
          </a:p>
        </p:txBody>
      </p:sp>
    </p:spTree>
    <p:extLst>
      <p:ext uri="{BB962C8B-B14F-4D97-AF65-F5344CB8AC3E}">
        <p14:creationId xmlns:p14="http://schemas.microsoft.com/office/powerpoint/2010/main" val="26528073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ection Header - Big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329840"/>
            <a:ext cx="9994392" cy="1508760"/>
          </a:xfrm>
        </p:spPr>
        <p:txBody>
          <a:bodyPr anchor="b" anchorCtr="0"/>
          <a:lstStyle>
            <a:lvl1pPr>
              <a:defRPr sz="4800" b="0" spc="0" baseline="0"/>
            </a:lvl1pPr>
          </a:lstStyle>
          <a:p>
            <a:r>
              <a:rPr lang="en-US"/>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p>
            <a:pPr lvl="0"/>
            <a:r>
              <a:rPr lang="en-US"/>
              <a:t>[Additional content, if needed]</a:t>
            </a:r>
          </a:p>
        </p:txBody>
      </p:sp>
    </p:spTree>
    <p:extLst>
      <p:ext uri="{BB962C8B-B14F-4D97-AF65-F5344CB8AC3E}">
        <p14:creationId xmlns:p14="http://schemas.microsoft.com/office/powerpoint/2010/main" val="8283740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Black background">
    <p:bg>
      <p:bgPr>
        <a:solidFill>
          <a:srgbClr val="231F20"/>
        </a:solidFill>
        <a:effectLst/>
      </p:bgPr>
    </p:bg>
    <p:spTree>
      <p:nvGrpSpPr>
        <p:cNvPr id="1" name=""/>
        <p:cNvGrpSpPr/>
        <p:nvPr/>
      </p:nvGrpSpPr>
      <p:grpSpPr>
        <a:xfrm>
          <a:off x="0" y="0"/>
          <a:ext cx="0" cy="0"/>
          <a:chOff x="0" y="0"/>
          <a:chExt cx="0" cy="0"/>
        </a:xfrm>
      </p:grpSpPr>
      <p:sp>
        <p:nvSpPr>
          <p:cNvPr id="68" name="Title 1">
            <a:extLst>
              <a:ext uri="{FF2B5EF4-FFF2-40B4-BE49-F238E27FC236}">
                <a16:creationId xmlns:a16="http://schemas.microsoft.com/office/drawing/2014/main" id="{8CF004B4-FCDF-ED40-845E-32E235948461}"/>
              </a:ext>
            </a:extLst>
          </p:cNvPr>
          <p:cNvSpPr>
            <a:spLocks noGrp="1"/>
          </p:cNvSpPr>
          <p:nvPr>
            <p:ph type="title" hasCustomPrompt="1"/>
          </p:nvPr>
        </p:nvSpPr>
        <p:spPr>
          <a:xfrm>
            <a:off x="365760" y="365760"/>
            <a:ext cx="11457432" cy="914400"/>
          </a:xfrm>
        </p:spPr>
        <p:txBody>
          <a:bodyPr/>
          <a:lstStyle/>
          <a:p>
            <a:r>
              <a:rPr lang="en-US"/>
              <a:t>[Slide title]</a:t>
            </a:r>
          </a:p>
        </p:txBody>
      </p:sp>
    </p:spTree>
    <p:extLst>
      <p:ext uri="{BB962C8B-B14F-4D97-AF65-F5344CB8AC3E}">
        <p14:creationId xmlns:p14="http://schemas.microsoft.com/office/powerpoint/2010/main" val="5656284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and background">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spTree>
    <p:extLst>
      <p:ext uri="{BB962C8B-B14F-4D97-AF65-F5344CB8AC3E}">
        <p14:creationId xmlns:p14="http://schemas.microsoft.com/office/powerpoint/2010/main" val="26180886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spTree>
    <p:extLst>
      <p:ext uri="{BB962C8B-B14F-4D97-AF65-F5344CB8AC3E}">
        <p14:creationId xmlns:p14="http://schemas.microsoft.com/office/powerpoint/2010/main" val="2844242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703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832">
          <p15:clr>
            <a:srgbClr val="FBAE40"/>
          </p15:clr>
        </p15:guide>
        <p15:guide id="3" orient="horz" pos="4148">
          <p15:clr>
            <a:srgbClr val="FBAE40"/>
          </p15:clr>
        </p15:guide>
        <p15:guide id="4" orient="horz" pos="115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Boundless impact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02CE6C-948C-8C4D-B2C9-3681E407385A}"/>
              </a:ext>
            </a:extLst>
          </p:cNvPr>
          <p:cNvSpPr/>
          <p:nvPr userDrawn="1"/>
        </p:nvSpPr>
        <p:spPr>
          <a:xfrm>
            <a:off x="1027288" y="1715911"/>
            <a:ext cx="5937955" cy="3883378"/>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4" name="TextBox 3">
            <a:extLst>
              <a:ext uri="{FF2B5EF4-FFF2-40B4-BE49-F238E27FC236}">
                <a16:creationId xmlns:a16="http://schemas.microsoft.com/office/drawing/2014/main" id="{98950798-3CD2-0446-A548-33B6591367B8}"/>
              </a:ext>
            </a:extLst>
          </p:cNvPr>
          <p:cNvSpPr txBox="1"/>
          <p:nvPr userDrawn="1"/>
        </p:nvSpPr>
        <p:spPr>
          <a:xfrm>
            <a:off x="1371995" y="3826932"/>
            <a:ext cx="5446494" cy="1501423"/>
          </a:xfrm>
          <a:prstGeom prst="rect">
            <a:avLst/>
          </a:prstGeom>
          <a:noFill/>
        </p:spPr>
        <p:txBody>
          <a:bodyPr wrap="square" lIns="0" tIns="0" rIns="0" bIns="0" rtlCol="0">
            <a:noAutofit/>
          </a:bodyPr>
          <a:lstStyle/>
          <a:p>
            <a:pPr marL="0" indent="0" algn="l">
              <a:lnSpc>
                <a:spcPct val="100000"/>
              </a:lnSpc>
              <a:spcBef>
                <a:spcPts val="1200"/>
              </a:spcBef>
              <a:buSzPct val="100000"/>
              <a:buFont typeface="Arial"/>
              <a:buNone/>
            </a:pPr>
            <a:r>
              <a:rPr kumimoji="0" lang="en-US" sz="4000" b="1" i="0" u="none" strike="noStrike" kern="1200" cap="none" spc="0" normalizeH="0" baseline="0" noProof="0">
                <a:ln>
                  <a:noFill/>
                </a:ln>
                <a:solidFill>
                  <a:srgbClr val="FFFFFF"/>
                </a:solidFill>
                <a:effectLst/>
                <a:uLnTx/>
                <a:uFillTx/>
                <a:latin typeface="+mn-lt"/>
                <a:ea typeface="+mj-ea"/>
                <a:cs typeface="+mj-cs"/>
              </a:rPr>
              <a:t>Together, we build for boundless impact</a:t>
            </a:r>
            <a:endParaRPr lang="en-US" sz="1800"/>
          </a:p>
        </p:txBody>
      </p:sp>
    </p:spTree>
    <p:extLst>
      <p:ext uri="{BB962C8B-B14F-4D97-AF65-F5344CB8AC3E}">
        <p14:creationId xmlns:p14="http://schemas.microsoft.com/office/powerpoint/2010/main" val="1399703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Boundless impact slide">
    <p:bg>
      <p:bgPr>
        <a:solidFill>
          <a:srgbClr val="231F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6B62B1-9C6E-8243-AC90-63B62A0D9ADE}"/>
              </a:ext>
            </a:extLst>
          </p:cNvPr>
          <p:cNvSpPr txBox="1"/>
          <p:nvPr userDrawn="1"/>
        </p:nvSpPr>
        <p:spPr>
          <a:xfrm>
            <a:off x="367284" y="2937933"/>
            <a:ext cx="11457432" cy="982134"/>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kumimoji="0" lang="en-US" sz="4000" b="1" i="0" u="none" strike="noStrike" kern="1200" cap="none" spc="0" normalizeH="0" baseline="0" noProof="0">
                <a:ln>
                  <a:noFill/>
                </a:ln>
                <a:solidFill>
                  <a:srgbClr val="FFFFFF"/>
                </a:solidFill>
                <a:effectLst/>
                <a:uLnTx/>
                <a:uFillTx/>
                <a:latin typeface="+mn-lt"/>
                <a:ea typeface="+mj-ea"/>
                <a:cs typeface="+mj-cs"/>
              </a:rPr>
              <a:t>Together, we build for boundless impact</a:t>
            </a:r>
            <a:endParaRPr lang="en-US" sz="1800"/>
          </a:p>
        </p:txBody>
      </p:sp>
    </p:spTree>
    <p:extLst>
      <p:ext uri="{BB962C8B-B14F-4D97-AF65-F5344CB8AC3E}">
        <p14:creationId xmlns:p14="http://schemas.microsoft.com/office/powerpoint/2010/main" val="9331073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End Slide">
    <p:bg>
      <p:bgRef idx="1001">
        <a:schemeClr val="bg1"/>
      </p:bgRef>
    </p:bg>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7FA7D119-7ED9-8543-A4BE-CCA60CA4A421}"/>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4" name="UST" descr="UST">
            <a:extLst>
              <a:ext uri="{FF2B5EF4-FFF2-40B4-BE49-F238E27FC236}">
                <a16:creationId xmlns:a16="http://schemas.microsoft.com/office/drawing/2014/main" id="{6524CCB4-9AB2-A248-A0DC-6590BB8A0F7C}"/>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Thank You">
            <a:extLst>
              <a:ext uri="{FF2B5EF4-FFF2-40B4-BE49-F238E27FC236}">
                <a16:creationId xmlns:a16="http://schemas.microsoft.com/office/drawing/2014/main" id="{3B3D034D-06BF-E34D-97D9-E1FB041EDECA}"/>
              </a:ext>
            </a:extLst>
          </p:cNvPr>
          <p:cNvSpPr txBox="1">
            <a:spLocks/>
          </p:cNvSpPr>
          <p:nvPr userDrawn="1"/>
        </p:nvSpPr>
        <p:spPr>
          <a:xfrm>
            <a:off x="1702053" y="1585468"/>
            <a:ext cx="7178422" cy="2105012"/>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4800" b="0" kern="1200" spc="0" baseline="0">
                <a:solidFill>
                  <a:schemeClr val="bg1"/>
                </a:solidFill>
                <a:latin typeface="+mj-lt"/>
                <a:ea typeface="+mj-ea"/>
                <a:cs typeface="+mj-cs"/>
              </a:defRPr>
            </a:lvl1pPr>
          </a:lstStyle>
          <a:p>
            <a:r>
              <a:rPr lang="en-US"/>
              <a:t>Thank you</a:t>
            </a:r>
          </a:p>
        </p:txBody>
      </p:sp>
      <p:sp>
        <p:nvSpPr>
          <p:cNvPr id="12" name="Text Placeholder 1">
            <a:extLst>
              <a:ext uri="{FF2B5EF4-FFF2-40B4-BE49-F238E27FC236}">
                <a16:creationId xmlns:a16="http://schemas.microsoft.com/office/drawing/2014/main" id="{230CA0A7-AB3D-9640-8F81-41F4E103F68C}"/>
              </a:ext>
            </a:extLst>
          </p:cNvPr>
          <p:cNvSpPr>
            <a:spLocks noGrp="1"/>
          </p:cNvSpPr>
          <p:nvPr>
            <p:ph type="body" sz="quarter" idx="10" hasCustomPrompt="1"/>
          </p:nvPr>
        </p:nvSpPr>
        <p:spPr>
          <a:xfrm>
            <a:off x="1702053" y="4893617"/>
            <a:ext cx="7178422" cy="1598624"/>
          </a:xfrm>
        </p:spPr>
        <p:txBody>
          <a:bodyPr anchor="b" anchorCtr="0">
            <a:noAutofit/>
          </a:bodyPr>
          <a:lstStyle>
            <a:lvl1pPr marL="0" indent="0">
              <a:spcBef>
                <a:spcPts val="0"/>
              </a:spcBef>
              <a:buFontTx/>
              <a:buNone/>
              <a:defRPr sz="1600">
                <a:solidFill>
                  <a:schemeClr val="bg1"/>
                </a:solidFill>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a:t>[Optional contact information]</a:t>
            </a:r>
          </a:p>
        </p:txBody>
      </p:sp>
      <p:sp>
        <p:nvSpPr>
          <p:cNvPr id="18" name="URL">
            <a:extLst>
              <a:ext uri="{FF2B5EF4-FFF2-40B4-BE49-F238E27FC236}">
                <a16:creationId xmlns:a16="http://schemas.microsoft.com/office/drawing/2014/main" id="{2B56852A-13EA-DC41-9045-334298984C85}"/>
              </a:ext>
            </a:extLst>
          </p:cNvPr>
          <p:cNvSpPr txBox="1"/>
          <p:nvPr userDrawn="1"/>
        </p:nvSpPr>
        <p:spPr>
          <a:xfrm>
            <a:off x="9188450" y="4893618"/>
            <a:ext cx="2635250" cy="1598624"/>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1600" b="1">
                <a:solidFill>
                  <a:schemeClr val="bg1"/>
                </a:solidFill>
              </a:rPr>
              <a:t>ust.com</a:t>
            </a:r>
          </a:p>
        </p:txBody>
      </p:sp>
    </p:spTree>
    <p:extLst>
      <p:ext uri="{BB962C8B-B14F-4D97-AF65-F5344CB8AC3E}">
        <p14:creationId xmlns:p14="http://schemas.microsoft.com/office/powerpoint/2010/main" val="37152329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88">
          <p15:clr>
            <a:srgbClr val="FBAE40"/>
          </p15:clr>
        </p15:guide>
        <p15:guide id="5" orient="horz" pos="4090">
          <p15:clr>
            <a:srgbClr val="FBAE40"/>
          </p15:clr>
        </p15:guide>
        <p15:guide id="6" pos="5594">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pyright and Confidentiality">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B89A1D1F-C3AD-134F-846A-E44B5B196324}"/>
              </a:ext>
            </a:extLst>
          </p:cNvPr>
          <p:cNvSpPr txBox="1">
            <a:spLocks/>
          </p:cNvSpPr>
          <p:nvPr userDrawn="1"/>
        </p:nvSpPr>
        <p:spPr>
          <a:xfrm>
            <a:off x="365760" y="365760"/>
            <a:ext cx="8184515"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a:t>Copyright and confidentiality notice</a:t>
            </a:r>
          </a:p>
        </p:txBody>
      </p:sp>
      <p:sp>
        <p:nvSpPr>
          <p:cNvPr id="8" name="TextBox">
            <a:extLst>
              <a:ext uri="{FF2B5EF4-FFF2-40B4-BE49-F238E27FC236}">
                <a16:creationId xmlns:a16="http://schemas.microsoft.com/office/drawing/2014/main" id="{CA53F076-5B9C-7D40-B411-24F312CD2730}"/>
              </a:ext>
            </a:extLst>
          </p:cNvPr>
          <p:cNvSpPr txBox="1"/>
          <p:nvPr userDrawn="1"/>
        </p:nvSpPr>
        <p:spPr>
          <a:xfrm>
            <a:off x="365761" y="1828800"/>
            <a:ext cx="8183879" cy="4251960"/>
          </a:xfrm>
          <a:prstGeom prst="rect">
            <a:avLst/>
          </a:prstGeom>
          <a:noFill/>
        </p:spPr>
        <p:txBody>
          <a:bodyPr wrap="square" lIns="0" tIns="0" rIns="0" bIns="0" rtlCol="0">
            <a:noAutofit/>
          </a:bodyPr>
          <a:lstStyle/>
          <a:p>
            <a:pPr>
              <a:lnSpc>
                <a:spcPct val="100000"/>
              </a:lnSpc>
              <a:spcBef>
                <a:spcPts val="1200"/>
              </a:spcBef>
              <a:buSzPct val="100000"/>
            </a:pPr>
            <a:r>
              <a:rPr lang="en-US"/>
              <a:t>Copyright © 2024 by UST Global Inc. All rights reserved.</a:t>
            </a:r>
          </a:p>
          <a:p>
            <a:pPr>
              <a:lnSpc>
                <a:spcPct val="100000"/>
              </a:lnSpc>
              <a:spcBef>
                <a:spcPts val="1200"/>
              </a:spcBef>
              <a:buSzPct val="100000"/>
            </a:pPr>
            <a:r>
              <a:rPr lang="en-US"/>
              <a:t>This document is protected under the copyright laws of United States, India, and other countries as an unpublished work and contains information that shall not be reproduced, published, used in the preparation of derivative works, and/or distributed, in whole or in part, by the recipient for any purpose other than to evaluate this document. Further, all information contained herein is proprietary and confidential to UST Global Inc and may not be disclosed to any third party. Exceptions to this notice are permitted only with the express, written permission of UST Global Inc.</a:t>
            </a:r>
          </a:p>
          <a:p>
            <a:pPr>
              <a:lnSpc>
                <a:spcPct val="100000"/>
              </a:lnSpc>
              <a:spcBef>
                <a:spcPts val="1200"/>
              </a:spcBef>
              <a:buSzPct val="100000"/>
            </a:pPr>
            <a:r>
              <a:rPr lang="en-US"/>
              <a:t>UST</a:t>
            </a:r>
            <a:r>
              <a:rPr lang="en-US" baseline="30000"/>
              <a:t>®</a:t>
            </a:r>
            <a:r>
              <a:rPr lang="en-US"/>
              <a:t> is a registered service mark of UST Global Inc.</a:t>
            </a:r>
          </a:p>
        </p:txBody>
      </p:sp>
      <p:sp>
        <p:nvSpPr>
          <p:cNvPr id="30" name="TextBox">
            <a:extLst>
              <a:ext uri="{FF2B5EF4-FFF2-40B4-BE49-F238E27FC236}">
                <a16:creationId xmlns:a16="http://schemas.microsoft.com/office/drawing/2014/main" id="{0F0A4EC5-5B06-1C4A-A502-579AB0732ADE}"/>
              </a:ext>
            </a:extLst>
          </p:cNvPr>
          <p:cNvSpPr/>
          <p:nvPr userDrawn="1"/>
        </p:nvSpPr>
        <p:spPr bwMode="auto">
          <a:xfrm>
            <a:off x="8870950" y="1828800"/>
            <a:ext cx="2952242" cy="4254500"/>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lIns="320040" tIns="320040" rIns="182880" bIns="822960" rtlCol="0" anchor="t" anchorCtr="0"/>
          <a:lstStyle/>
          <a:p>
            <a:pPr>
              <a:lnSpc>
                <a:spcPct val="100000"/>
              </a:lnSpc>
              <a:spcBef>
                <a:spcPts val="0"/>
              </a:spcBef>
              <a:buSzPct val="100000"/>
            </a:pPr>
            <a:r>
              <a:rPr lang="en-US" b="1">
                <a:solidFill>
                  <a:schemeClr val="tx1"/>
                </a:solidFill>
              </a:rPr>
              <a:t>UST</a:t>
            </a:r>
          </a:p>
          <a:p>
            <a:pPr>
              <a:lnSpc>
                <a:spcPct val="100000"/>
              </a:lnSpc>
              <a:spcBef>
                <a:spcPts val="0"/>
              </a:spcBef>
              <a:buSzPct val="100000"/>
            </a:pPr>
            <a:r>
              <a:rPr lang="en-US" b="0">
                <a:solidFill>
                  <a:schemeClr val="tx1"/>
                </a:solidFill>
              </a:rPr>
              <a:t>5 Polaris Way</a:t>
            </a:r>
          </a:p>
          <a:p>
            <a:pPr>
              <a:lnSpc>
                <a:spcPct val="100000"/>
              </a:lnSpc>
              <a:spcBef>
                <a:spcPts val="0"/>
              </a:spcBef>
              <a:buSzPct val="100000"/>
            </a:pPr>
            <a:r>
              <a:rPr lang="en-US" b="0">
                <a:solidFill>
                  <a:schemeClr val="tx1"/>
                </a:solidFill>
              </a:rPr>
              <a:t>Aliso Viejo, CA 92656</a:t>
            </a:r>
          </a:p>
          <a:p>
            <a:pPr>
              <a:lnSpc>
                <a:spcPct val="100000"/>
              </a:lnSpc>
              <a:spcBef>
                <a:spcPts val="1200"/>
              </a:spcBef>
              <a:buSzPct val="100000"/>
            </a:pPr>
            <a:r>
              <a:rPr lang="en-US" b="0">
                <a:solidFill>
                  <a:schemeClr val="tx1"/>
                </a:solidFill>
              </a:rPr>
              <a:t>T +1 949 716 8757</a:t>
            </a:r>
          </a:p>
          <a:p>
            <a:pPr>
              <a:lnSpc>
                <a:spcPct val="100000"/>
              </a:lnSpc>
              <a:spcBef>
                <a:spcPts val="0"/>
              </a:spcBef>
              <a:buSzPct val="100000"/>
            </a:pPr>
            <a:r>
              <a:rPr lang="en-US" b="0">
                <a:solidFill>
                  <a:schemeClr val="tx1"/>
                </a:solidFill>
              </a:rPr>
              <a:t>F +1 949 716 8396</a:t>
            </a:r>
          </a:p>
          <a:p>
            <a:pPr>
              <a:lnSpc>
                <a:spcPct val="100000"/>
              </a:lnSpc>
              <a:spcBef>
                <a:spcPts val="1200"/>
              </a:spcBef>
              <a:buSzPct val="100000"/>
            </a:pPr>
            <a:r>
              <a:rPr lang="en-US" b="1">
                <a:solidFill>
                  <a:schemeClr val="tx1"/>
                </a:solidFill>
              </a:rPr>
              <a:t>ust.com</a:t>
            </a:r>
          </a:p>
        </p:txBody>
      </p:sp>
      <p:sp>
        <p:nvSpPr>
          <p:cNvPr id="11" name="LinkedIn">
            <a:hlinkClick r:id="rId2"/>
            <a:extLst>
              <a:ext uri="{FF2B5EF4-FFF2-40B4-BE49-F238E27FC236}">
                <a16:creationId xmlns:a16="http://schemas.microsoft.com/office/drawing/2014/main" id="{36E860F1-0833-42C3-B18C-E49EAE88C996}"/>
              </a:ext>
            </a:extLst>
          </p:cNvPr>
          <p:cNvSpPr>
            <a:spLocks noChangeAspect="1" noEditPoints="1"/>
          </p:cNvSpPr>
          <p:nvPr userDrawn="1"/>
        </p:nvSpPr>
        <p:spPr bwMode="auto">
          <a:xfrm>
            <a:off x="9197136" y="5555832"/>
            <a:ext cx="256196" cy="244253"/>
          </a:xfrm>
          <a:custGeom>
            <a:avLst/>
            <a:gdLst>
              <a:gd name="T0" fmla="*/ 671 w 671"/>
              <a:gd name="T1" fmla="*/ 641 h 641"/>
              <a:gd name="T2" fmla="*/ 671 w 671"/>
              <a:gd name="T3" fmla="*/ 641 h 641"/>
              <a:gd name="T4" fmla="*/ 527 w 671"/>
              <a:gd name="T5" fmla="*/ 641 h 641"/>
              <a:gd name="T6" fmla="*/ 527 w 671"/>
              <a:gd name="T7" fmla="*/ 410 h 641"/>
              <a:gd name="T8" fmla="*/ 454 w 671"/>
              <a:gd name="T9" fmla="*/ 312 h 641"/>
              <a:gd name="T10" fmla="*/ 380 w 671"/>
              <a:gd name="T11" fmla="*/ 365 h 641"/>
              <a:gd name="T12" fmla="*/ 376 w 671"/>
              <a:gd name="T13" fmla="*/ 400 h 641"/>
              <a:gd name="T14" fmla="*/ 376 w 671"/>
              <a:gd name="T15" fmla="*/ 641 h 641"/>
              <a:gd name="T16" fmla="*/ 232 w 671"/>
              <a:gd name="T17" fmla="*/ 641 h 641"/>
              <a:gd name="T18" fmla="*/ 232 w 671"/>
              <a:gd name="T19" fmla="*/ 209 h 641"/>
              <a:gd name="T20" fmla="*/ 376 w 671"/>
              <a:gd name="T21" fmla="*/ 209 h 641"/>
              <a:gd name="T22" fmla="*/ 376 w 671"/>
              <a:gd name="T23" fmla="*/ 270 h 641"/>
              <a:gd name="T24" fmla="*/ 505 w 671"/>
              <a:gd name="T25" fmla="*/ 199 h 641"/>
              <a:gd name="T26" fmla="*/ 671 w 671"/>
              <a:gd name="T27" fmla="*/ 393 h 641"/>
              <a:gd name="T28" fmla="*/ 671 w 671"/>
              <a:gd name="T29" fmla="*/ 641 h 641"/>
              <a:gd name="T30" fmla="*/ 81 w 671"/>
              <a:gd name="T31" fmla="*/ 150 h 641"/>
              <a:gd name="T32" fmla="*/ 81 w 671"/>
              <a:gd name="T33" fmla="*/ 150 h 641"/>
              <a:gd name="T34" fmla="*/ 80 w 671"/>
              <a:gd name="T35" fmla="*/ 150 h 641"/>
              <a:gd name="T36" fmla="*/ 0 w 671"/>
              <a:gd name="T37" fmla="*/ 75 h 641"/>
              <a:gd name="T38" fmla="*/ 82 w 671"/>
              <a:gd name="T39" fmla="*/ 0 h 641"/>
              <a:gd name="T40" fmla="*/ 162 w 671"/>
              <a:gd name="T41" fmla="*/ 75 h 641"/>
              <a:gd name="T42" fmla="*/ 81 w 671"/>
              <a:gd name="T43" fmla="*/ 150 h 641"/>
              <a:gd name="T44" fmla="*/ 152 w 671"/>
              <a:gd name="T45" fmla="*/ 641 h 641"/>
              <a:gd name="T46" fmla="*/ 152 w 671"/>
              <a:gd name="T47" fmla="*/ 641 h 641"/>
              <a:gd name="T48" fmla="*/ 9 w 671"/>
              <a:gd name="T49" fmla="*/ 641 h 641"/>
              <a:gd name="T50" fmla="*/ 9 w 671"/>
              <a:gd name="T51" fmla="*/ 209 h 641"/>
              <a:gd name="T52" fmla="*/ 152 w 671"/>
              <a:gd name="T53" fmla="*/ 209 h 641"/>
              <a:gd name="T54" fmla="*/ 152 w 671"/>
              <a:gd name="T55" fmla="*/ 641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1" h="641">
                <a:moveTo>
                  <a:pt x="671" y="641"/>
                </a:moveTo>
                <a:lnTo>
                  <a:pt x="671" y="641"/>
                </a:lnTo>
                <a:lnTo>
                  <a:pt x="527" y="641"/>
                </a:lnTo>
                <a:lnTo>
                  <a:pt x="527" y="410"/>
                </a:lnTo>
                <a:cubicBezTo>
                  <a:pt x="527" y="352"/>
                  <a:pt x="506" y="312"/>
                  <a:pt x="454" y="312"/>
                </a:cubicBezTo>
                <a:cubicBezTo>
                  <a:pt x="415" y="312"/>
                  <a:pt x="391" y="339"/>
                  <a:pt x="380" y="365"/>
                </a:cubicBezTo>
                <a:cubicBezTo>
                  <a:pt x="377" y="374"/>
                  <a:pt x="376" y="387"/>
                  <a:pt x="376" y="400"/>
                </a:cubicBezTo>
                <a:lnTo>
                  <a:pt x="376" y="641"/>
                </a:lnTo>
                <a:lnTo>
                  <a:pt x="232" y="641"/>
                </a:lnTo>
                <a:cubicBezTo>
                  <a:pt x="232" y="641"/>
                  <a:pt x="234" y="249"/>
                  <a:pt x="232" y="209"/>
                </a:cubicBezTo>
                <a:lnTo>
                  <a:pt x="376" y="209"/>
                </a:lnTo>
                <a:lnTo>
                  <a:pt x="376" y="270"/>
                </a:lnTo>
                <a:cubicBezTo>
                  <a:pt x="395" y="241"/>
                  <a:pt x="429" y="199"/>
                  <a:pt x="505" y="199"/>
                </a:cubicBezTo>
                <a:cubicBezTo>
                  <a:pt x="600" y="199"/>
                  <a:pt x="671" y="260"/>
                  <a:pt x="671" y="393"/>
                </a:cubicBezTo>
                <a:lnTo>
                  <a:pt x="671" y="641"/>
                </a:lnTo>
                <a:close/>
                <a:moveTo>
                  <a:pt x="81" y="150"/>
                </a:moveTo>
                <a:lnTo>
                  <a:pt x="81" y="150"/>
                </a:lnTo>
                <a:lnTo>
                  <a:pt x="80" y="150"/>
                </a:lnTo>
                <a:cubicBezTo>
                  <a:pt x="31" y="150"/>
                  <a:pt x="0" y="117"/>
                  <a:pt x="0" y="75"/>
                </a:cubicBezTo>
                <a:cubicBezTo>
                  <a:pt x="0" y="33"/>
                  <a:pt x="32" y="0"/>
                  <a:pt x="82" y="0"/>
                </a:cubicBezTo>
                <a:cubicBezTo>
                  <a:pt x="131" y="0"/>
                  <a:pt x="161" y="33"/>
                  <a:pt x="162" y="75"/>
                </a:cubicBezTo>
                <a:cubicBezTo>
                  <a:pt x="162" y="117"/>
                  <a:pt x="131" y="150"/>
                  <a:pt x="81" y="150"/>
                </a:cubicBezTo>
                <a:close/>
                <a:moveTo>
                  <a:pt x="152" y="641"/>
                </a:moveTo>
                <a:lnTo>
                  <a:pt x="152" y="641"/>
                </a:lnTo>
                <a:lnTo>
                  <a:pt x="9" y="641"/>
                </a:lnTo>
                <a:lnTo>
                  <a:pt x="9" y="209"/>
                </a:lnTo>
                <a:lnTo>
                  <a:pt x="152" y="209"/>
                </a:lnTo>
                <a:lnTo>
                  <a:pt x="152" y="641"/>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acebook">
            <a:hlinkClick r:id="rId3"/>
            <a:extLst>
              <a:ext uri="{FF2B5EF4-FFF2-40B4-BE49-F238E27FC236}">
                <a16:creationId xmlns:a16="http://schemas.microsoft.com/office/drawing/2014/main" id="{D3CE881A-2E2C-4BF7-81A2-0B6ABD537CEA}"/>
              </a:ext>
            </a:extLst>
          </p:cNvPr>
          <p:cNvSpPr>
            <a:spLocks/>
          </p:cNvSpPr>
          <p:nvPr userDrawn="1"/>
        </p:nvSpPr>
        <p:spPr bwMode="auto">
          <a:xfrm>
            <a:off x="9674955" y="5537234"/>
            <a:ext cx="121831" cy="262851"/>
          </a:xfrm>
          <a:custGeom>
            <a:avLst/>
            <a:gdLst>
              <a:gd name="T0" fmla="*/ 321 w 321"/>
              <a:gd name="T1" fmla="*/ 223 h 690"/>
              <a:gd name="T2" fmla="*/ 321 w 321"/>
              <a:gd name="T3" fmla="*/ 223 h 690"/>
              <a:gd name="T4" fmla="*/ 212 w 321"/>
              <a:gd name="T5" fmla="*/ 223 h 690"/>
              <a:gd name="T6" fmla="*/ 212 w 321"/>
              <a:gd name="T7" fmla="*/ 152 h 690"/>
              <a:gd name="T8" fmla="*/ 242 w 321"/>
              <a:gd name="T9" fmla="*/ 118 h 690"/>
              <a:gd name="T10" fmla="*/ 319 w 321"/>
              <a:gd name="T11" fmla="*/ 118 h 690"/>
              <a:gd name="T12" fmla="*/ 319 w 321"/>
              <a:gd name="T13" fmla="*/ 0 h 690"/>
              <a:gd name="T14" fmla="*/ 213 w 321"/>
              <a:gd name="T15" fmla="*/ 0 h 690"/>
              <a:gd name="T16" fmla="*/ 69 w 321"/>
              <a:gd name="T17" fmla="*/ 144 h 690"/>
              <a:gd name="T18" fmla="*/ 69 w 321"/>
              <a:gd name="T19" fmla="*/ 223 h 690"/>
              <a:gd name="T20" fmla="*/ 0 w 321"/>
              <a:gd name="T21" fmla="*/ 223 h 690"/>
              <a:gd name="T22" fmla="*/ 0 w 321"/>
              <a:gd name="T23" fmla="*/ 345 h 690"/>
              <a:gd name="T24" fmla="*/ 69 w 321"/>
              <a:gd name="T25" fmla="*/ 345 h 690"/>
              <a:gd name="T26" fmla="*/ 69 w 321"/>
              <a:gd name="T27" fmla="*/ 690 h 690"/>
              <a:gd name="T28" fmla="*/ 212 w 321"/>
              <a:gd name="T29" fmla="*/ 690 h 690"/>
              <a:gd name="T30" fmla="*/ 212 w 321"/>
              <a:gd name="T31" fmla="*/ 345 h 690"/>
              <a:gd name="T32" fmla="*/ 309 w 321"/>
              <a:gd name="T33" fmla="*/ 345 h 690"/>
              <a:gd name="T34" fmla="*/ 321 w 321"/>
              <a:gd name="T35" fmla="*/ 223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1" h="690">
                <a:moveTo>
                  <a:pt x="321" y="223"/>
                </a:moveTo>
                <a:lnTo>
                  <a:pt x="321" y="223"/>
                </a:lnTo>
                <a:lnTo>
                  <a:pt x="212" y="223"/>
                </a:lnTo>
                <a:lnTo>
                  <a:pt x="212" y="152"/>
                </a:lnTo>
                <a:cubicBezTo>
                  <a:pt x="212" y="125"/>
                  <a:pt x="230" y="118"/>
                  <a:pt x="242" y="118"/>
                </a:cubicBezTo>
                <a:lnTo>
                  <a:pt x="319" y="118"/>
                </a:lnTo>
                <a:lnTo>
                  <a:pt x="319" y="0"/>
                </a:lnTo>
                <a:lnTo>
                  <a:pt x="213" y="0"/>
                </a:lnTo>
                <a:cubicBezTo>
                  <a:pt x="95" y="0"/>
                  <a:pt x="69" y="88"/>
                  <a:pt x="69" y="144"/>
                </a:cubicBezTo>
                <a:lnTo>
                  <a:pt x="69" y="223"/>
                </a:lnTo>
                <a:lnTo>
                  <a:pt x="0" y="223"/>
                </a:lnTo>
                <a:lnTo>
                  <a:pt x="0" y="345"/>
                </a:lnTo>
                <a:lnTo>
                  <a:pt x="69" y="345"/>
                </a:lnTo>
                <a:lnTo>
                  <a:pt x="69" y="690"/>
                </a:lnTo>
                <a:lnTo>
                  <a:pt x="212" y="690"/>
                </a:lnTo>
                <a:lnTo>
                  <a:pt x="212" y="345"/>
                </a:lnTo>
                <a:lnTo>
                  <a:pt x="309" y="345"/>
                </a:lnTo>
                <a:lnTo>
                  <a:pt x="321" y="223"/>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Twitter">
            <a:hlinkClick r:id="rId4"/>
            <a:extLst>
              <a:ext uri="{FF2B5EF4-FFF2-40B4-BE49-F238E27FC236}">
                <a16:creationId xmlns:a16="http://schemas.microsoft.com/office/drawing/2014/main" id="{BF12F575-1E00-479B-A66D-E741929EE483}"/>
              </a:ext>
            </a:extLst>
          </p:cNvPr>
          <p:cNvSpPr>
            <a:spLocks/>
          </p:cNvSpPr>
          <p:nvPr userDrawn="1"/>
        </p:nvSpPr>
        <p:spPr bwMode="auto">
          <a:xfrm>
            <a:off x="10031913" y="5580629"/>
            <a:ext cx="268783" cy="219456"/>
          </a:xfrm>
          <a:custGeom>
            <a:avLst/>
            <a:gdLst>
              <a:gd name="T0" fmla="*/ 709 w 709"/>
              <a:gd name="T1" fmla="*/ 68 h 576"/>
              <a:gd name="T2" fmla="*/ 709 w 709"/>
              <a:gd name="T3" fmla="*/ 68 h 576"/>
              <a:gd name="T4" fmla="*/ 626 w 709"/>
              <a:gd name="T5" fmla="*/ 91 h 576"/>
              <a:gd name="T6" fmla="*/ 690 w 709"/>
              <a:gd name="T7" fmla="*/ 11 h 576"/>
              <a:gd name="T8" fmla="*/ 597 w 709"/>
              <a:gd name="T9" fmla="*/ 46 h 576"/>
              <a:gd name="T10" fmla="*/ 491 w 709"/>
              <a:gd name="T11" fmla="*/ 0 h 576"/>
              <a:gd name="T12" fmla="*/ 346 w 709"/>
              <a:gd name="T13" fmla="*/ 145 h 576"/>
              <a:gd name="T14" fmla="*/ 350 w 709"/>
              <a:gd name="T15" fmla="*/ 179 h 576"/>
              <a:gd name="T16" fmla="*/ 50 w 709"/>
              <a:gd name="T17" fmla="*/ 27 h 576"/>
              <a:gd name="T18" fmla="*/ 30 w 709"/>
              <a:gd name="T19" fmla="*/ 100 h 576"/>
              <a:gd name="T20" fmla="*/ 95 w 709"/>
              <a:gd name="T21" fmla="*/ 221 h 576"/>
              <a:gd name="T22" fmla="*/ 29 w 709"/>
              <a:gd name="T23" fmla="*/ 203 h 576"/>
              <a:gd name="T24" fmla="*/ 29 w 709"/>
              <a:gd name="T25" fmla="*/ 204 h 576"/>
              <a:gd name="T26" fmla="*/ 146 w 709"/>
              <a:gd name="T27" fmla="*/ 347 h 576"/>
              <a:gd name="T28" fmla="*/ 107 w 709"/>
              <a:gd name="T29" fmla="*/ 352 h 576"/>
              <a:gd name="T30" fmla="*/ 80 w 709"/>
              <a:gd name="T31" fmla="*/ 349 h 576"/>
              <a:gd name="T32" fmla="*/ 216 w 709"/>
              <a:gd name="T33" fmla="*/ 450 h 576"/>
              <a:gd name="T34" fmla="*/ 35 w 709"/>
              <a:gd name="T35" fmla="*/ 513 h 576"/>
              <a:gd name="T36" fmla="*/ 0 w 709"/>
              <a:gd name="T37" fmla="*/ 511 h 576"/>
              <a:gd name="T38" fmla="*/ 223 w 709"/>
              <a:gd name="T39" fmla="*/ 576 h 576"/>
              <a:gd name="T40" fmla="*/ 637 w 709"/>
              <a:gd name="T41" fmla="*/ 162 h 576"/>
              <a:gd name="T42" fmla="*/ 637 w 709"/>
              <a:gd name="T43" fmla="*/ 143 h 576"/>
              <a:gd name="T44" fmla="*/ 709 w 709"/>
              <a:gd name="T45" fmla="*/ 68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09" h="576">
                <a:moveTo>
                  <a:pt x="709" y="68"/>
                </a:moveTo>
                <a:lnTo>
                  <a:pt x="709" y="68"/>
                </a:lnTo>
                <a:cubicBezTo>
                  <a:pt x="683" y="80"/>
                  <a:pt x="655" y="88"/>
                  <a:pt x="626" y="91"/>
                </a:cubicBezTo>
                <a:cubicBezTo>
                  <a:pt x="656" y="73"/>
                  <a:pt x="679" y="45"/>
                  <a:pt x="690" y="11"/>
                </a:cubicBezTo>
                <a:cubicBezTo>
                  <a:pt x="662" y="27"/>
                  <a:pt x="630" y="39"/>
                  <a:pt x="597" y="46"/>
                </a:cubicBezTo>
                <a:cubicBezTo>
                  <a:pt x="571" y="18"/>
                  <a:pt x="533" y="0"/>
                  <a:pt x="491" y="0"/>
                </a:cubicBezTo>
                <a:cubicBezTo>
                  <a:pt x="411" y="0"/>
                  <a:pt x="346" y="65"/>
                  <a:pt x="346" y="145"/>
                </a:cubicBezTo>
                <a:cubicBezTo>
                  <a:pt x="346" y="157"/>
                  <a:pt x="347" y="168"/>
                  <a:pt x="350" y="179"/>
                </a:cubicBezTo>
                <a:cubicBezTo>
                  <a:pt x="229" y="172"/>
                  <a:pt x="122" y="115"/>
                  <a:pt x="50" y="27"/>
                </a:cubicBezTo>
                <a:cubicBezTo>
                  <a:pt x="37" y="48"/>
                  <a:pt x="30" y="73"/>
                  <a:pt x="30" y="100"/>
                </a:cubicBezTo>
                <a:cubicBezTo>
                  <a:pt x="30" y="150"/>
                  <a:pt x="56" y="195"/>
                  <a:pt x="95" y="221"/>
                </a:cubicBezTo>
                <a:cubicBezTo>
                  <a:pt x="71" y="220"/>
                  <a:pt x="49" y="213"/>
                  <a:pt x="29" y="203"/>
                </a:cubicBezTo>
                <a:cubicBezTo>
                  <a:pt x="29" y="203"/>
                  <a:pt x="29" y="204"/>
                  <a:pt x="29" y="204"/>
                </a:cubicBezTo>
                <a:cubicBezTo>
                  <a:pt x="29" y="275"/>
                  <a:pt x="79" y="334"/>
                  <a:pt x="146" y="347"/>
                </a:cubicBezTo>
                <a:cubicBezTo>
                  <a:pt x="133" y="350"/>
                  <a:pt x="121" y="352"/>
                  <a:pt x="107" y="352"/>
                </a:cubicBezTo>
                <a:cubicBezTo>
                  <a:pt x="98" y="352"/>
                  <a:pt x="89" y="351"/>
                  <a:pt x="80" y="349"/>
                </a:cubicBezTo>
                <a:cubicBezTo>
                  <a:pt x="98" y="407"/>
                  <a:pt x="152" y="449"/>
                  <a:pt x="216" y="450"/>
                </a:cubicBezTo>
                <a:cubicBezTo>
                  <a:pt x="166" y="489"/>
                  <a:pt x="103" y="513"/>
                  <a:pt x="35" y="513"/>
                </a:cubicBezTo>
                <a:cubicBezTo>
                  <a:pt x="23" y="513"/>
                  <a:pt x="12" y="512"/>
                  <a:pt x="0" y="511"/>
                </a:cubicBezTo>
                <a:cubicBezTo>
                  <a:pt x="65" y="552"/>
                  <a:pt x="141" y="576"/>
                  <a:pt x="223" y="576"/>
                </a:cubicBezTo>
                <a:cubicBezTo>
                  <a:pt x="491" y="576"/>
                  <a:pt x="637" y="354"/>
                  <a:pt x="637" y="162"/>
                </a:cubicBezTo>
                <a:cubicBezTo>
                  <a:pt x="637" y="156"/>
                  <a:pt x="637" y="150"/>
                  <a:pt x="637" y="143"/>
                </a:cubicBezTo>
                <a:cubicBezTo>
                  <a:pt x="665" y="123"/>
                  <a:pt x="690" y="97"/>
                  <a:pt x="709" y="68"/>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YouTube">
            <a:hlinkClick r:id="rId5"/>
            <a:extLst>
              <a:ext uri="{FF2B5EF4-FFF2-40B4-BE49-F238E27FC236}">
                <a16:creationId xmlns:a16="http://schemas.microsoft.com/office/drawing/2014/main" id="{7FB14B23-C759-4C47-887D-A27839DAE366}"/>
              </a:ext>
            </a:extLst>
          </p:cNvPr>
          <p:cNvSpPr>
            <a:spLocks noEditPoints="1"/>
          </p:cNvSpPr>
          <p:nvPr userDrawn="1"/>
        </p:nvSpPr>
        <p:spPr bwMode="auto">
          <a:xfrm>
            <a:off x="10916563" y="5594887"/>
            <a:ext cx="290762" cy="205198"/>
          </a:xfrm>
          <a:custGeom>
            <a:avLst/>
            <a:gdLst>
              <a:gd name="T0" fmla="*/ 307 w 768"/>
              <a:gd name="T1" fmla="*/ 384 h 538"/>
              <a:gd name="T2" fmla="*/ 307 w 768"/>
              <a:gd name="T3" fmla="*/ 384 h 538"/>
              <a:gd name="T4" fmla="*/ 307 w 768"/>
              <a:gd name="T5" fmla="*/ 154 h 538"/>
              <a:gd name="T6" fmla="*/ 507 w 768"/>
              <a:gd name="T7" fmla="*/ 269 h 538"/>
              <a:gd name="T8" fmla="*/ 307 w 768"/>
              <a:gd name="T9" fmla="*/ 384 h 538"/>
              <a:gd name="T10" fmla="*/ 752 w 768"/>
              <a:gd name="T11" fmla="*/ 84 h 538"/>
              <a:gd name="T12" fmla="*/ 752 w 768"/>
              <a:gd name="T13" fmla="*/ 84 h 538"/>
              <a:gd name="T14" fmla="*/ 684 w 768"/>
              <a:gd name="T15" fmla="*/ 16 h 538"/>
              <a:gd name="T16" fmla="*/ 384 w 768"/>
              <a:gd name="T17" fmla="*/ 0 h 538"/>
              <a:gd name="T18" fmla="*/ 84 w 768"/>
              <a:gd name="T19" fmla="*/ 16 h 538"/>
              <a:gd name="T20" fmla="*/ 16 w 768"/>
              <a:gd name="T21" fmla="*/ 84 h 538"/>
              <a:gd name="T22" fmla="*/ 0 w 768"/>
              <a:gd name="T23" fmla="*/ 269 h 538"/>
              <a:gd name="T24" fmla="*/ 16 w 768"/>
              <a:gd name="T25" fmla="*/ 454 h 538"/>
              <a:gd name="T26" fmla="*/ 84 w 768"/>
              <a:gd name="T27" fmla="*/ 522 h 538"/>
              <a:gd name="T28" fmla="*/ 384 w 768"/>
              <a:gd name="T29" fmla="*/ 538 h 538"/>
              <a:gd name="T30" fmla="*/ 684 w 768"/>
              <a:gd name="T31" fmla="*/ 522 h 538"/>
              <a:gd name="T32" fmla="*/ 752 w 768"/>
              <a:gd name="T33" fmla="*/ 454 h 538"/>
              <a:gd name="T34" fmla="*/ 768 w 768"/>
              <a:gd name="T35" fmla="*/ 269 h 538"/>
              <a:gd name="T36" fmla="*/ 752 w 768"/>
              <a:gd name="T37" fmla="*/ 84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8" h="538">
                <a:moveTo>
                  <a:pt x="307" y="384"/>
                </a:moveTo>
                <a:lnTo>
                  <a:pt x="307" y="384"/>
                </a:lnTo>
                <a:lnTo>
                  <a:pt x="307" y="154"/>
                </a:lnTo>
                <a:lnTo>
                  <a:pt x="507" y="269"/>
                </a:lnTo>
                <a:lnTo>
                  <a:pt x="307" y="384"/>
                </a:lnTo>
                <a:close/>
                <a:moveTo>
                  <a:pt x="752" y="84"/>
                </a:moveTo>
                <a:lnTo>
                  <a:pt x="752" y="84"/>
                </a:lnTo>
                <a:cubicBezTo>
                  <a:pt x="743" y="51"/>
                  <a:pt x="717" y="25"/>
                  <a:pt x="684" y="16"/>
                </a:cubicBezTo>
                <a:cubicBezTo>
                  <a:pt x="624" y="0"/>
                  <a:pt x="384" y="0"/>
                  <a:pt x="384" y="0"/>
                </a:cubicBezTo>
                <a:cubicBezTo>
                  <a:pt x="384" y="0"/>
                  <a:pt x="144" y="0"/>
                  <a:pt x="84" y="16"/>
                </a:cubicBezTo>
                <a:cubicBezTo>
                  <a:pt x="51" y="25"/>
                  <a:pt x="25" y="51"/>
                  <a:pt x="16" y="84"/>
                </a:cubicBezTo>
                <a:cubicBezTo>
                  <a:pt x="0" y="144"/>
                  <a:pt x="0" y="269"/>
                  <a:pt x="0" y="269"/>
                </a:cubicBezTo>
                <a:cubicBezTo>
                  <a:pt x="0" y="269"/>
                  <a:pt x="0" y="394"/>
                  <a:pt x="16" y="454"/>
                </a:cubicBezTo>
                <a:cubicBezTo>
                  <a:pt x="25" y="487"/>
                  <a:pt x="51" y="513"/>
                  <a:pt x="84" y="522"/>
                </a:cubicBezTo>
                <a:cubicBezTo>
                  <a:pt x="144" y="538"/>
                  <a:pt x="384" y="538"/>
                  <a:pt x="384" y="538"/>
                </a:cubicBezTo>
                <a:cubicBezTo>
                  <a:pt x="384" y="538"/>
                  <a:pt x="624" y="538"/>
                  <a:pt x="684" y="522"/>
                </a:cubicBezTo>
                <a:cubicBezTo>
                  <a:pt x="717" y="513"/>
                  <a:pt x="743" y="487"/>
                  <a:pt x="752" y="454"/>
                </a:cubicBezTo>
                <a:cubicBezTo>
                  <a:pt x="768" y="394"/>
                  <a:pt x="768" y="269"/>
                  <a:pt x="768" y="269"/>
                </a:cubicBezTo>
                <a:cubicBezTo>
                  <a:pt x="768" y="269"/>
                  <a:pt x="768" y="144"/>
                  <a:pt x="752" y="84"/>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pic>
        <p:nvPicPr>
          <p:cNvPr id="10" name="Picture 22" descr="A close up of a sign&#10;&#10;Description automatically generated">
            <a:extLst>
              <a:ext uri="{FF2B5EF4-FFF2-40B4-BE49-F238E27FC236}">
                <a16:creationId xmlns:a16="http://schemas.microsoft.com/office/drawing/2014/main" id="{1BF68AD8-32F7-6640-ABD8-B8FA66DB0802}"/>
              </a:ext>
            </a:extLst>
          </p:cNvPr>
          <p:cNvPicPr>
            <a:picLocks noChangeAspect="1"/>
          </p:cNvPicPr>
          <p:nvPr userDrawn="1"/>
        </p:nvPicPr>
        <p:blipFill>
          <a:blip r:embed="rId6"/>
          <a:stretch>
            <a:fillRect/>
          </a:stretch>
        </p:blipFill>
        <p:spPr>
          <a:xfrm>
            <a:off x="10475771" y="5555833"/>
            <a:ext cx="265741" cy="262852"/>
          </a:xfrm>
          <a:prstGeom prst="rect">
            <a:avLst/>
          </a:prstGeom>
        </p:spPr>
      </p:pic>
    </p:spTree>
    <p:extLst>
      <p:ext uri="{BB962C8B-B14F-4D97-AF65-F5344CB8AC3E}">
        <p14:creationId xmlns:p14="http://schemas.microsoft.com/office/powerpoint/2010/main" val="740194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0">
          <p15:clr>
            <a:srgbClr val="FBAE40"/>
          </p15:clr>
        </p15:guide>
        <p15:guide id="2" orient="horz" pos="3832">
          <p15:clr>
            <a:srgbClr val="FBAE40"/>
          </p15:clr>
        </p15:guide>
        <p15:guide id="3" pos="5588">
          <p15:clr>
            <a:srgbClr val="FBAE40"/>
          </p15:clr>
        </p15:guide>
        <p15:guide id="4" pos="5786">
          <p15:clr>
            <a:srgbClr val="FBAE40"/>
          </p15:clr>
        </p15:guide>
        <p15:guide id="5" orient="horz" pos="4148">
          <p15:clr>
            <a:srgbClr val="FBAE40"/>
          </p15:clr>
        </p15:guide>
        <p15:guide id="6" pos="5386">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ppendix slide">
    <p:bg>
      <p:bgPr>
        <a:solidFill>
          <a:srgbClr val="006E74"/>
        </a:solidFill>
        <a:effectLst/>
      </p:bgPr>
    </p:bg>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
        <p:nvSpPr>
          <p:cNvPr id="3" name="TextBox 2">
            <a:extLst>
              <a:ext uri="{FF2B5EF4-FFF2-40B4-BE49-F238E27FC236}">
                <a16:creationId xmlns:a16="http://schemas.microsoft.com/office/drawing/2014/main" id="{BBAC10D0-7A8D-F54B-AFA4-6CBFAE45447B}"/>
              </a:ext>
            </a:extLst>
          </p:cNvPr>
          <p:cNvSpPr txBox="1"/>
          <p:nvPr userDrawn="1"/>
        </p:nvSpPr>
        <p:spPr>
          <a:xfrm>
            <a:off x="365760" y="1737360"/>
            <a:ext cx="6702305" cy="2103120"/>
          </a:xfrm>
          <a:prstGeom prst="rect">
            <a:avLst/>
          </a:prstGeom>
          <a:noFill/>
        </p:spPr>
        <p:txBody>
          <a:bodyPr wrap="square" lIns="0" tIns="0" rIns="0" bIns="0" rtlCol="0" anchor="b" anchorCtr="0">
            <a:noAutofit/>
          </a:bodyPr>
          <a:lstStyle/>
          <a:p>
            <a:pPr marL="0" marR="0" indent="0" algn="l" defTabSz="914400" rtl="0" eaLnBrk="1" fontAlgn="auto" latinLnBrk="0" hangingPunct="1">
              <a:lnSpc>
                <a:spcPct val="100000"/>
              </a:lnSpc>
              <a:spcBef>
                <a:spcPts val="1200"/>
              </a:spcBef>
              <a:spcAft>
                <a:spcPts val="0"/>
              </a:spcAft>
              <a:buClrTx/>
              <a:buSzPct val="100000"/>
              <a:buFont typeface="Arial"/>
              <a:buNone/>
              <a:tabLst/>
              <a:defRPr/>
            </a:pPr>
            <a:r>
              <a:rPr kumimoji="0" lang="en-US" sz="4800" b="0" i="0" u="none" strike="noStrike" kern="1200" cap="none" spc="0" normalizeH="0" baseline="0" noProof="0">
                <a:ln>
                  <a:noFill/>
                </a:ln>
                <a:solidFill>
                  <a:srgbClr val="FFFFFF"/>
                </a:solidFill>
                <a:effectLst/>
                <a:uLnTx/>
                <a:uFillTx/>
                <a:latin typeface="+mn-lt"/>
                <a:ea typeface="+mj-ea"/>
                <a:cs typeface="+mj-cs"/>
              </a:rPr>
              <a:t>Appendix</a:t>
            </a:r>
            <a:endParaRPr lang="en-US" sz="4800" b="0"/>
          </a:p>
        </p:txBody>
      </p:sp>
    </p:spTree>
    <p:extLst>
      <p:ext uri="{BB962C8B-B14F-4D97-AF65-F5344CB8AC3E}">
        <p14:creationId xmlns:p14="http://schemas.microsoft.com/office/powerpoint/2010/main" val="34354496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9F2F8409-9B9B-CE4D-A6D2-B42B785F8AAC}"/>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9" name="UST" descr="UST">
            <a:extLst>
              <a:ext uri="{FF2B5EF4-FFF2-40B4-BE49-F238E27FC236}">
                <a16:creationId xmlns:a16="http://schemas.microsoft.com/office/drawing/2014/main" id="{2D82142E-2BFE-4214-9282-12F54DFC4566}"/>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1702053" y="1585468"/>
            <a:ext cx="8686800" cy="2105012"/>
          </a:xfrm>
        </p:spPr>
        <p:txBody>
          <a:bodyPr anchor="b" anchorCtr="0"/>
          <a:lstStyle>
            <a:lvl1pPr algn="l">
              <a:defRPr sz="48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702053" y="3931920"/>
            <a:ext cx="8686800" cy="914400"/>
          </a:xfrm>
        </p:spPr>
        <p:txBody>
          <a:bodyPr>
            <a:noAutofit/>
          </a:bodyPr>
          <a:lstStyle>
            <a:lvl1pPr marL="0" indent="0" algn="l">
              <a:spcBef>
                <a:spcPts val="0"/>
              </a:spcBef>
              <a:buNone/>
              <a:defRPr sz="2400">
                <a:solidFill>
                  <a:schemeClr val="bg1"/>
                </a:solidFill>
              </a:defRPr>
            </a:lvl1pPr>
            <a:lvl2pPr marL="0" indent="0" algn="l">
              <a:spcBef>
                <a:spcPts val="0"/>
              </a:spcBef>
              <a:buNone/>
              <a:defRPr sz="2400">
                <a:solidFill>
                  <a:schemeClr val="bg1"/>
                </a:solidFill>
              </a:defRPr>
            </a:lvl2pPr>
            <a:lvl3pPr marL="0" indent="0" algn="l">
              <a:spcBef>
                <a:spcPts val="0"/>
              </a:spcBef>
              <a:buNone/>
              <a:defRPr sz="2400">
                <a:solidFill>
                  <a:schemeClr val="bg1"/>
                </a:solidFill>
              </a:defRPr>
            </a:lvl3pPr>
            <a:lvl4pPr marL="0" indent="0" algn="l">
              <a:spcBef>
                <a:spcPts val="0"/>
              </a:spcBef>
              <a:buNone/>
              <a:defRPr sz="2400">
                <a:solidFill>
                  <a:schemeClr val="bg1"/>
                </a:solidFill>
              </a:defRPr>
            </a:lvl4pPr>
            <a:lvl5pPr marL="0" indent="0" algn="l">
              <a:spcBef>
                <a:spcPts val="0"/>
              </a:spcBef>
              <a:buNone/>
              <a:defRPr sz="2400">
                <a:solidFill>
                  <a:schemeClr val="bg1"/>
                </a:solidFill>
              </a:defRPr>
            </a:lvl5pPr>
            <a:lvl6pPr marL="0" indent="0" algn="l">
              <a:spcBef>
                <a:spcPts val="0"/>
              </a:spcBef>
              <a:buNone/>
              <a:defRPr sz="2400">
                <a:solidFill>
                  <a:schemeClr val="bg1"/>
                </a:solidFill>
              </a:defRPr>
            </a:lvl6pPr>
            <a:lvl7pPr marL="0" indent="0" algn="l">
              <a:spcBef>
                <a:spcPts val="0"/>
              </a:spcBef>
              <a:buNone/>
              <a:defRPr sz="2400">
                <a:solidFill>
                  <a:schemeClr val="bg1"/>
                </a:solidFill>
              </a:defRPr>
            </a:lvl7pPr>
            <a:lvl8pPr marL="0" indent="0" algn="l">
              <a:spcBef>
                <a:spcPts val="0"/>
              </a:spcBef>
              <a:buNone/>
              <a:defRPr sz="2400">
                <a:solidFill>
                  <a:schemeClr val="bg1"/>
                </a:solidFill>
              </a:defRPr>
            </a:lvl8pPr>
            <a:lvl9pPr marL="0" indent="0" algn="l">
              <a:spcBef>
                <a:spcPts val="0"/>
              </a:spcBef>
              <a:buNone/>
              <a:defRPr sz="2400">
                <a:solidFill>
                  <a:schemeClr val="bg1"/>
                </a:solidFill>
              </a:defRPr>
            </a:lvl9pPr>
          </a:lstStyle>
          <a:p>
            <a:r>
              <a:rPr lang="en-US"/>
              <a:t>[Optional subtitle]</a:t>
            </a:r>
          </a:p>
        </p:txBody>
      </p:sp>
      <p:sp>
        <p:nvSpPr>
          <p:cNvPr id="7" name="Text Placeholder 3">
            <a:extLst>
              <a:ext uri="{FF2B5EF4-FFF2-40B4-BE49-F238E27FC236}">
                <a16:creationId xmlns:a16="http://schemas.microsoft.com/office/drawing/2014/main" id="{E404E13A-A174-144E-87D8-E5915BFAC31A}"/>
              </a:ext>
            </a:extLst>
          </p:cNvPr>
          <p:cNvSpPr>
            <a:spLocks noGrp="1"/>
          </p:cNvSpPr>
          <p:nvPr>
            <p:ph type="body" sz="quarter" idx="10" hasCustomPrompt="1"/>
          </p:nvPr>
        </p:nvSpPr>
        <p:spPr>
          <a:xfrm>
            <a:off x="1702052" y="5577840"/>
            <a:ext cx="8686800" cy="914400"/>
          </a:xfrm>
        </p:spPr>
        <p:txBody>
          <a:bodyPr anchor="b" anchorCtr="0">
            <a:noAutofit/>
          </a:bodyPr>
          <a:lstStyle>
            <a:lvl1pPr marL="0" indent="0">
              <a:spcBef>
                <a:spcPts val="0"/>
              </a:spcBef>
              <a:buFontTx/>
              <a:buNone/>
              <a:defRPr sz="1600" b="1">
                <a:solidFill>
                  <a:schemeClr val="bg1"/>
                </a:solidFill>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a:t>[Month 00, 0000]</a:t>
            </a:r>
            <a:br>
              <a:rPr lang="en-US"/>
            </a:br>
            <a:r>
              <a:rPr lang="en-US"/>
              <a:t>[Presenter Name]</a:t>
            </a:r>
            <a:br>
              <a:rPr lang="en-US"/>
            </a:br>
            <a:r>
              <a:rPr lang="en-US"/>
              <a:t>[Title]</a:t>
            </a:r>
          </a:p>
        </p:txBody>
      </p:sp>
    </p:spTree>
    <p:extLst>
      <p:ext uri="{BB962C8B-B14F-4D97-AF65-F5344CB8AC3E}">
        <p14:creationId xmlns:p14="http://schemas.microsoft.com/office/powerpoint/2010/main" val="1399395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6546">
          <p15:clr>
            <a:srgbClr val="FBAE40"/>
          </p15:clr>
        </p15:guide>
        <p15:guide id="3" orient="horz" pos="776">
          <p15:clr>
            <a:srgbClr val="FBAE40"/>
          </p15:clr>
        </p15:guide>
        <p15:guide id="4" pos="748">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Title Slide - Photo 01">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userDrawn="1"/>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188720" y="1234440"/>
            <a:ext cx="5166360" cy="2304288"/>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188720" y="4114799"/>
            <a:ext cx="5166360" cy="685800"/>
          </a:xfrm>
        </p:spPr>
        <p:txBody>
          <a:bodyPr anchor="t" anchorCtr="0">
            <a:noAutofit/>
          </a:bodyPr>
          <a:lstStyle>
            <a:lvl1pPr marL="0" indent="0" algn="l">
              <a:spcBef>
                <a:spcPts val="0"/>
              </a:spcBef>
              <a:buNone/>
              <a:defRPr sz="2000" b="0">
                <a:solidFill>
                  <a:schemeClr val="tx1"/>
                </a:solidFill>
              </a:defRPr>
            </a:lvl1pPr>
            <a:lvl2pPr marL="0" indent="0" algn="l">
              <a:spcBef>
                <a:spcPts val="0"/>
              </a:spcBef>
              <a:buNone/>
              <a:defRPr sz="2000">
                <a:solidFill>
                  <a:schemeClr val="tx1"/>
                </a:solidFill>
              </a:defRPr>
            </a:lvl2pPr>
            <a:lvl3pPr marL="0" indent="0" algn="l">
              <a:spcBef>
                <a:spcPts val="0"/>
              </a:spcBef>
              <a:buNone/>
              <a:defRPr sz="2000">
                <a:solidFill>
                  <a:schemeClr val="tx1"/>
                </a:solidFill>
              </a:defRPr>
            </a:lvl3pPr>
            <a:lvl4pPr marL="0" indent="0" algn="l">
              <a:spcBef>
                <a:spcPts val="0"/>
              </a:spcBef>
              <a:buNone/>
              <a:defRPr sz="2000">
                <a:solidFill>
                  <a:schemeClr val="tx1"/>
                </a:solidFill>
              </a:defRPr>
            </a:lvl4pPr>
            <a:lvl5pPr marL="0" indent="0" algn="l">
              <a:spcBef>
                <a:spcPts val="0"/>
              </a:spcBef>
              <a:buNone/>
              <a:defRPr sz="2000">
                <a:solidFill>
                  <a:schemeClr val="tx1"/>
                </a:solidFill>
              </a:defRPr>
            </a:lvl5pPr>
            <a:lvl6pPr marL="0" indent="0" algn="l">
              <a:spcBef>
                <a:spcPts val="0"/>
              </a:spcBef>
              <a:buNone/>
              <a:defRPr sz="2000">
                <a:solidFill>
                  <a:schemeClr val="tx1"/>
                </a:solidFill>
              </a:defRPr>
            </a:lvl6pPr>
            <a:lvl7pPr marL="0" indent="0" algn="l">
              <a:spcBef>
                <a:spcPts val="0"/>
              </a:spcBef>
              <a:buNone/>
              <a:defRPr sz="2000">
                <a:solidFill>
                  <a:schemeClr val="tx1"/>
                </a:solidFill>
              </a:defRPr>
            </a:lvl7pPr>
            <a:lvl8pPr marL="0" indent="0" algn="l">
              <a:spcBef>
                <a:spcPts val="0"/>
              </a:spcBef>
              <a:buNone/>
              <a:defRPr sz="2000">
                <a:solidFill>
                  <a:schemeClr val="tx1"/>
                </a:solidFill>
              </a:defRPr>
            </a:lvl8pPr>
            <a:lvl9pPr marL="0" indent="0" algn="l">
              <a:spcBef>
                <a:spcPts val="0"/>
              </a:spcBef>
              <a:buNone/>
              <a:defRPr sz="2000">
                <a:solidFill>
                  <a:schemeClr val="tx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188720" y="5577840"/>
            <a:ext cx="5166360" cy="914400"/>
          </a:xfrm>
        </p:spPr>
        <p:txBody>
          <a:bodyPr anchor="b" anchorCtr="0">
            <a:noAutofit/>
          </a:bodyPr>
          <a:lstStyle>
            <a:lvl1pPr marL="0" indent="0">
              <a:spcBef>
                <a:spcPts val="0"/>
              </a:spcBef>
              <a:buFontTx/>
              <a:buNone/>
              <a:defRPr sz="1600" b="1">
                <a:solidFill>
                  <a:schemeClr val="tx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6657340" y="2148840"/>
            <a:ext cx="5166360" cy="4343400"/>
          </a:xfrm>
          <a:solidFill>
            <a:srgbClr val="D7E0E3"/>
          </a:solidFill>
        </p:spPr>
        <p:txBody>
          <a:bodyPr anchor="ctr" anchorCtr="0">
            <a:normAutofit/>
          </a:bodyPr>
          <a:lstStyle>
            <a:lvl1pPr marL="0" indent="0" algn="ctr">
              <a:buFontTx/>
              <a:buNone/>
              <a:defRPr sz="1200"/>
            </a:lvl1pPr>
          </a:lstStyle>
          <a:p>
            <a:r>
              <a:rPr lang="en-US"/>
              <a:t>[Click icon to insert photo]</a:t>
            </a:r>
          </a:p>
        </p:txBody>
      </p:sp>
    </p:spTree>
    <p:extLst>
      <p:ext uri="{BB962C8B-B14F-4D97-AF65-F5344CB8AC3E}">
        <p14:creationId xmlns:p14="http://schemas.microsoft.com/office/powerpoint/2010/main" val="5515581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_Title Slide - Photo 02">
    <p:bg>
      <p:bgRef idx="1001">
        <a:schemeClr val="bg1"/>
      </p:bgRef>
    </p:bg>
    <p:spTree>
      <p:nvGrpSpPr>
        <p:cNvPr id="1" name=""/>
        <p:cNvGrpSpPr/>
        <p:nvPr/>
      </p:nvGrpSpPr>
      <p:grpSpPr>
        <a:xfrm>
          <a:off x="0" y="0"/>
          <a:ext cx="0" cy="0"/>
          <a:chOff x="0" y="0"/>
          <a:chExt cx="0" cy="0"/>
        </a:xfrm>
      </p:grpSpPr>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6657340" y="365759"/>
            <a:ext cx="5166360" cy="3200400"/>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6931152" y="2651760"/>
            <a:ext cx="4617720" cy="685800"/>
          </a:xfrm>
        </p:spPr>
        <p:txBody>
          <a:bodyPr anchor="t" anchorCtr="0">
            <a:noAutofit/>
          </a:bodyPr>
          <a:lstStyle>
            <a:lvl1pPr marL="0" indent="0" algn="l">
              <a:spcBef>
                <a:spcPts val="0"/>
              </a:spcBef>
              <a:buNone/>
              <a:defRPr sz="2000" b="0">
                <a:solidFill>
                  <a:schemeClr val="bg1"/>
                </a:solidFill>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6657340" y="5577840"/>
            <a:ext cx="5166360" cy="914400"/>
          </a:xfrm>
        </p:spPr>
        <p:txBody>
          <a:bodyPr anchor="b" anchorCtr="0">
            <a:noAutofit/>
          </a:bodyPr>
          <a:lstStyle>
            <a:lvl1pPr marL="0" indent="0">
              <a:spcBef>
                <a:spcPts val="0"/>
              </a:spcBef>
              <a:buFontTx/>
              <a:buNone/>
              <a:defRPr sz="1600" b="1">
                <a:solidFill>
                  <a:schemeClr val="tx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1188720" y="1234440"/>
            <a:ext cx="5166360" cy="5257800"/>
          </a:xfrm>
          <a:solidFill>
            <a:srgbClr val="D7E0E3"/>
          </a:solidFill>
        </p:spPr>
        <p:txBody>
          <a:bodyPr anchor="ctr" anchorCtr="0">
            <a:normAutofit/>
          </a:bodyPr>
          <a:lstStyle>
            <a:lvl1pPr marL="0" indent="0" algn="ctr">
              <a:buFontTx/>
              <a:buNone/>
              <a:defRPr sz="1200"/>
            </a:lvl1pPr>
          </a:lstStyle>
          <a:p>
            <a:r>
              <a:rPr lang="en-US"/>
              <a:t>[Click icon to insert photo]</a:t>
            </a:r>
          </a:p>
        </p:txBody>
      </p:sp>
    </p:spTree>
    <p:extLst>
      <p:ext uri="{BB962C8B-B14F-4D97-AF65-F5344CB8AC3E}">
        <p14:creationId xmlns:p14="http://schemas.microsoft.com/office/powerpoint/2010/main" val="9100289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Corporate Factsheet">
    <p:bg>
      <p:bgRef idx="1001">
        <a:schemeClr val="bg2"/>
      </p:bgRef>
    </p:bg>
    <p:spTree>
      <p:nvGrpSpPr>
        <p:cNvPr id="1" name=""/>
        <p:cNvGrpSpPr/>
        <p:nvPr/>
      </p:nvGrpSpPr>
      <p:grpSpPr>
        <a:xfrm>
          <a:off x="0" y="0"/>
          <a:ext cx="0" cy="0"/>
          <a:chOff x="0" y="0"/>
          <a:chExt cx="0" cy="0"/>
        </a:xfrm>
      </p:grpSpPr>
      <p:sp>
        <p:nvSpPr>
          <p:cNvPr id="3" name="Text">
            <a:extLst>
              <a:ext uri="{FF2B5EF4-FFF2-40B4-BE49-F238E27FC236}">
                <a16:creationId xmlns:a16="http://schemas.microsoft.com/office/drawing/2014/main" id="{A0CB00BB-E975-8547-9DD4-8C2702FDE56A}"/>
              </a:ext>
            </a:extLst>
          </p:cNvPr>
          <p:cNvSpPr txBox="1"/>
          <p:nvPr userDrawn="1"/>
        </p:nvSpPr>
        <p:spPr>
          <a:xfrm>
            <a:off x="365759" y="365760"/>
            <a:ext cx="7318951" cy="1188720"/>
          </a:xfrm>
          <a:prstGeom prst="rect">
            <a:avLst/>
          </a:prstGeom>
          <a:noFill/>
        </p:spPr>
        <p:txBody>
          <a:bodyPr wrap="square" lIns="0" tIns="0" rIns="0" bIns="0" rtlCol="0">
            <a:noAutofit/>
          </a:bodyPr>
          <a:lstStyle/>
          <a:p>
            <a:pPr>
              <a:lnSpc>
                <a:spcPct val="95000"/>
              </a:lnSpc>
              <a:buSzPct val="100000"/>
            </a:pPr>
            <a:r>
              <a:rPr lang="en-US" sz="3200" b="1"/>
              <a:t>Who we are</a:t>
            </a:r>
          </a:p>
        </p:txBody>
      </p:sp>
      <p:graphicFrame>
        <p:nvGraphicFramePr>
          <p:cNvPr id="5" name="Table">
            <a:extLst>
              <a:ext uri="{FF2B5EF4-FFF2-40B4-BE49-F238E27FC236}">
                <a16:creationId xmlns:a16="http://schemas.microsoft.com/office/drawing/2014/main" id="{FDD9A781-AAB3-1F4F-B85C-5BAB8117F4EB}"/>
              </a:ext>
            </a:extLst>
          </p:cNvPr>
          <p:cNvGraphicFramePr>
            <a:graphicFrameLocks noGrp="1"/>
          </p:cNvGraphicFramePr>
          <p:nvPr userDrawn="1">
            <p:extLst>
              <p:ext uri="{D42A27DB-BD31-4B8C-83A1-F6EECF244321}">
                <p14:modId xmlns:p14="http://schemas.microsoft.com/office/powerpoint/2010/main" val="101797842"/>
              </p:ext>
            </p:extLst>
          </p:nvPr>
        </p:nvGraphicFramePr>
        <p:xfrm>
          <a:off x="365758" y="1554480"/>
          <a:ext cx="4724638" cy="2340864"/>
        </p:xfrm>
        <a:graphic>
          <a:graphicData uri="http://schemas.openxmlformats.org/drawingml/2006/table">
            <a:tbl>
              <a:tblPr>
                <a:tableStyleId>{2D5ABB26-0587-4C30-8999-92F81FD0307C}</a:tableStyleId>
              </a:tblPr>
              <a:tblGrid>
                <a:gridCol w="4724638">
                  <a:extLst>
                    <a:ext uri="{9D8B030D-6E8A-4147-A177-3AD203B41FA5}">
                      <a16:colId xmlns:a16="http://schemas.microsoft.com/office/drawing/2014/main" val="2301779111"/>
                    </a:ext>
                  </a:extLst>
                </a:gridCol>
              </a:tblGrid>
              <a:tr h="879476">
                <a:tc>
                  <a:txBody>
                    <a:bodyPr/>
                    <a:lstStyle/>
                    <a:p>
                      <a:pPr>
                        <a:lnSpc>
                          <a:spcPct val="80000"/>
                        </a:lnSpc>
                      </a:pPr>
                      <a:r>
                        <a:rPr lang="en-US" sz="9600" spc="-100" baseline="0"/>
                        <a:t>Impact</a:t>
                      </a:r>
                    </a:p>
                    <a:p>
                      <a:pPr>
                        <a:lnSpc>
                          <a:spcPct val="80000"/>
                        </a:lnSpc>
                      </a:pPr>
                      <a:r>
                        <a:rPr lang="en-US" sz="9600" spc="-100" baseline="0"/>
                        <a:t>unbound</a:t>
                      </a:r>
                    </a:p>
                  </a:txBody>
                  <a:tcPr marL="0" marR="0" marT="0" marB="0"/>
                </a:tc>
                <a:extLst>
                  <a:ext uri="{0D108BD9-81ED-4DB2-BD59-A6C34878D82A}">
                    <a16:rowId xmlns:a16="http://schemas.microsoft.com/office/drawing/2014/main" val="2389767732"/>
                  </a:ext>
                </a:extLst>
              </a:tr>
            </a:tbl>
          </a:graphicData>
        </a:graphic>
      </p:graphicFrame>
      <p:sp>
        <p:nvSpPr>
          <p:cNvPr id="6" name="Rectangle">
            <a:extLst>
              <a:ext uri="{FF2B5EF4-FFF2-40B4-BE49-F238E27FC236}">
                <a16:creationId xmlns:a16="http://schemas.microsoft.com/office/drawing/2014/main" id="{301406CB-2148-E947-9390-7E9AA616ECB1}"/>
              </a:ext>
            </a:extLst>
          </p:cNvPr>
          <p:cNvSpPr/>
          <p:nvPr userDrawn="1"/>
        </p:nvSpPr>
        <p:spPr>
          <a:xfrm>
            <a:off x="1816100" y="4023360"/>
            <a:ext cx="2478659" cy="2059940"/>
          </a:xfrm>
          <a:prstGeom prst="rect">
            <a:avLst/>
          </a:prstGeom>
          <a:solidFill>
            <a:srgbClr val="006E74"/>
          </a:solidFill>
          <a:ln>
            <a:noFill/>
          </a:ln>
        </p:spPr>
        <p:style>
          <a:lnRef idx="0">
            <a:schemeClr val="accent1"/>
          </a:lnRef>
          <a:fillRef idx="1">
            <a:schemeClr val="accent1"/>
          </a:fillRef>
          <a:effectRef idx="0">
            <a:srgbClr val="000000"/>
          </a:effectRef>
          <a:fontRef idx="minor">
            <a:schemeClr val="bg1"/>
          </a:fontRef>
        </p:style>
        <p:txBody>
          <a:bodyPr lIns="274320" tIns="91440" bIns="91440" rtlCol="0" anchor="ctr" anchorCtr="0"/>
          <a:lstStyle/>
          <a:p>
            <a:r>
              <a:rPr lang="en-US"/>
              <a:t>Transforming the world's best companies through the power of technology.</a:t>
            </a:r>
          </a:p>
        </p:txBody>
      </p:sp>
      <p:grpSp>
        <p:nvGrpSpPr>
          <p:cNvPr id="7" name="Group">
            <a:extLst>
              <a:ext uri="{FF2B5EF4-FFF2-40B4-BE49-F238E27FC236}">
                <a16:creationId xmlns:a16="http://schemas.microsoft.com/office/drawing/2014/main" id="{73E17E7C-7BE8-4C48-80C8-1EFDE1F20B86}"/>
              </a:ext>
            </a:extLst>
          </p:cNvPr>
          <p:cNvGrpSpPr/>
          <p:nvPr userDrawn="1"/>
        </p:nvGrpSpPr>
        <p:grpSpPr>
          <a:xfrm>
            <a:off x="5611672" y="-1"/>
            <a:ext cx="5489145" cy="6858001"/>
            <a:chOff x="5611672" y="-1"/>
            <a:chExt cx="5489145" cy="6858001"/>
          </a:xfrm>
        </p:grpSpPr>
        <p:cxnSp>
          <p:nvCxnSpPr>
            <p:cNvPr id="8" name="Line">
              <a:extLst>
                <a:ext uri="{FF2B5EF4-FFF2-40B4-BE49-F238E27FC236}">
                  <a16:creationId xmlns:a16="http://schemas.microsoft.com/office/drawing/2014/main" id="{DF5BABAE-BBAB-2144-B34B-0BA7DE7A83FB}"/>
                </a:ext>
              </a:extLst>
            </p:cNvPr>
            <p:cNvCxnSpPr>
              <a:cxnSpLocks/>
            </p:cNvCxnSpPr>
            <p:nvPr/>
          </p:nvCxnSpPr>
          <p:spPr>
            <a:xfrm>
              <a:off x="7900416" y="-1"/>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9" name="Text">
              <a:extLst>
                <a:ext uri="{FF2B5EF4-FFF2-40B4-BE49-F238E27FC236}">
                  <a16:creationId xmlns:a16="http://schemas.microsoft.com/office/drawing/2014/main" id="{F797171B-92E3-7C4D-99EA-F8D05B4C8945}"/>
                </a:ext>
              </a:extLst>
            </p:cNvPr>
            <p:cNvSpPr txBox="1"/>
            <p:nvPr/>
          </p:nvSpPr>
          <p:spPr>
            <a:xfrm>
              <a:off x="7900416" y="868679"/>
              <a:ext cx="3200400" cy="1054099"/>
            </a:xfrm>
            <a:prstGeom prst="rect">
              <a:avLst/>
            </a:prstGeom>
            <a:noFill/>
          </p:spPr>
          <p:txBody>
            <a:bodyPr wrap="square" lIns="0" tIns="0" rIns="0" bIns="0" rtlCol="0" anchor="ctr" anchorCtr="0">
              <a:noAutofit/>
            </a:bodyPr>
            <a:lstStyle/>
            <a:p>
              <a:pPr>
                <a:spcAft>
                  <a:spcPts val="300"/>
                </a:spcAft>
                <a:buSzPct val="100000"/>
              </a:pPr>
              <a:r>
                <a:rPr lang="en-US" sz="1000" b="1"/>
                <a:t>Our history</a:t>
              </a:r>
            </a:p>
            <a:p>
              <a:pPr>
                <a:spcBef>
                  <a:spcPts val="300"/>
                </a:spcBef>
                <a:buSzPct val="100000"/>
              </a:pPr>
              <a:r>
                <a:rPr lang="en-US" sz="1000"/>
                <a:t>Born digital in 1999</a:t>
              </a:r>
            </a:p>
            <a:p>
              <a:pPr>
                <a:spcBef>
                  <a:spcPts val="300"/>
                </a:spcBef>
                <a:buSzPct val="100000"/>
              </a:pPr>
              <a:r>
                <a:rPr lang="en-US" sz="1000"/>
                <a:t>HQ. Orange County, CA</a:t>
              </a:r>
            </a:p>
            <a:p>
              <a:pPr>
                <a:spcBef>
                  <a:spcPts val="300"/>
                </a:spcBef>
                <a:buSzPct val="100000"/>
              </a:pPr>
              <a:r>
                <a:rPr lang="en-US" sz="1000"/>
                <a:t>30,000⁺ employees</a:t>
              </a:r>
            </a:p>
            <a:p>
              <a:pPr>
                <a:spcBef>
                  <a:spcPts val="300"/>
                </a:spcBef>
                <a:buSzPct val="100000"/>
              </a:pPr>
              <a:r>
                <a:rPr lang="en-US" sz="1000"/>
                <a:t>140⁺ global 1000 clients</a:t>
              </a:r>
            </a:p>
          </p:txBody>
        </p:sp>
        <p:cxnSp>
          <p:nvCxnSpPr>
            <p:cNvPr id="10" name="Line">
              <a:extLst>
                <a:ext uri="{FF2B5EF4-FFF2-40B4-BE49-F238E27FC236}">
                  <a16:creationId xmlns:a16="http://schemas.microsoft.com/office/drawing/2014/main" id="{37B56125-9A27-864F-B63E-01B8C04224E5}"/>
                </a:ext>
              </a:extLst>
            </p:cNvPr>
            <p:cNvCxnSpPr>
              <a:cxnSpLocks/>
            </p:cNvCxnSpPr>
            <p:nvPr/>
          </p:nvCxnSpPr>
          <p:spPr>
            <a:xfrm flipH="1">
              <a:off x="7900415" y="1922778"/>
              <a:ext cx="2" cy="47443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1" name="Text">
              <a:extLst>
                <a:ext uri="{FF2B5EF4-FFF2-40B4-BE49-F238E27FC236}">
                  <a16:creationId xmlns:a16="http://schemas.microsoft.com/office/drawing/2014/main" id="{FCB43F01-E21E-C640-832F-7667C0320EF5}"/>
                </a:ext>
              </a:extLst>
            </p:cNvPr>
            <p:cNvSpPr txBox="1"/>
            <p:nvPr/>
          </p:nvSpPr>
          <p:spPr>
            <a:xfrm>
              <a:off x="5611672" y="2515869"/>
              <a:ext cx="2288743" cy="1508760"/>
            </a:xfrm>
            <a:prstGeom prst="rect">
              <a:avLst/>
            </a:prstGeom>
            <a:noFill/>
          </p:spPr>
          <p:txBody>
            <a:bodyPr wrap="square" lIns="0" tIns="0" rIns="0" bIns="0" rtlCol="0" anchor="ctr" anchorCtr="0">
              <a:noAutofit/>
            </a:bodyPr>
            <a:lstStyle/>
            <a:p>
              <a:pPr algn="r">
                <a:spcAft>
                  <a:spcPts val="300"/>
                </a:spcAft>
                <a:buSzPct val="100000"/>
              </a:pPr>
              <a:r>
                <a:rPr lang="en-US" sz="1000" b="1"/>
                <a:t>Industry verticals</a:t>
              </a:r>
            </a:p>
            <a:p>
              <a:pPr algn="r">
                <a:spcBef>
                  <a:spcPts val="300"/>
                </a:spcBef>
                <a:buSzPct val="100000"/>
              </a:pPr>
              <a:r>
                <a:rPr lang="en-US" sz="1000"/>
                <a:t>Financial Services</a:t>
              </a:r>
            </a:p>
            <a:p>
              <a:pPr algn="r">
                <a:spcBef>
                  <a:spcPts val="300"/>
                </a:spcBef>
                <a:buSzPct val="100000"/>
              </a:pPr>
              <a:r>
                <a:rPr lang="en-US" sz="1000"/>
                <a:t>Healthcare</a:t>
              </a:r>
            </a:p>
            <a:p>
              <a:pPr algn="r">
                <a:spcBef>
                  <a:spcPts val="300"/>
                </a:spcBef>
                <a:buSzPct val="100000"/>
              </a:pPr>
              <a:r>
                <a:rPr lang="en-US" sz="1000"/>
                <a:t>Retail &amp; CPG</a:t>
              </a:r>
            </a:p>
            <a:p>
              <a:pPr algn="r">
                <a:spcBef>
                  <a:spcPts val="300"/>
                </a:spcBef>
                <a:buSzPct val="100000"/>
              </a:pPr>
              <a:r>
                <a:rPr lang="en-US" sz="1000"/>
                <a:t>Manufacturing</a:t>
              </a:r>
            </a:p>
            <a:p>
              <a:pPr algn="r">
                <a:spcBef>
                  <a:spcPts val="300"/>
                </a:spcBef>
                <a:buSzPct val="100000"/>
              </a:pPr>
              <a:r>
                <a:rPr lang="en-US" sz="1000"/>
                <a:t>Technology, Media &amp; Telecom</a:t>
              </a:r>
            </a:p>
            <a:p>
              <a:pPr algn="r">
                <a:spcBef>
                  <a:spcPts val="300"/>
                </a:spcBef>
                <a:buSzPct val="100000"/>
              </a:pPr>
              <a:r>
                <a:rPr lang="en-US" sz="1000"/>
                <a:t>Semiconductor</a:t>
              </a:r>
            </a:p>
            <a:p>
              <a:pPr algn="r">
                <a:spcBef>
                  <a:spcPts val="300"/>
                </a:spcBef>
                <a:buSzPct val="100000"/>
              </a:pPr>
              <a:r>
                <a:rPr lang="en-US" sz="1000"/>
                <a:t>Public Sector</a:t>
              </a:r>
            </a:p>
          </p:txBody>
        </p:sp>
        <p:cxnSp>
          <p:nvCxnSpPr>
            <p:cNvPr id="12" name="Line">
              <a:extLst>
                <a:ext uri="{FF2B5EF4-FFF2-40B4-BE49-F238E27FC236}">
                  <a16:creationId xmlns:a16="http://schemas.microsoft.com/office/drawing/2014/main" id="{4EA3ACE4-7F44-B043-A746-A76826D9D641}"/>
                </a:ext>
              </a:extLst>
            </p:cNvPr>
            <p:cNvCxnSpPr>
              <a:cxnSpLocks/>
            </p:cNvCxnSpPr>
            <p:nvPr/>
          </p:nvCxnSpPr>
          <p:spPr>
            <a:xfrm>
              <a:off x="7900416" y="4127157"/>
              <a:ext cx="0" cy="49056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3" name="Text">
              <a:extLst>
                <a:ext uri="{FF2B5EF4-FFF2-40B4-BE49-F238E27FC236}">
                  <a16:creationId xmlns:a16="http://schemas.microsoft.com/office/drawing/2014/main" id="{679C62A1-7F75-E34D-8087-47017D45EF0B}"/>
                </a:ext>
              </a:extLst>
            </p:cNvPr>
            <p:cNvSpPr txBox="1"/>
            <p:nvPr/>
          </p:nvSpPr>
          <p:spPr>
            <a:xfrm>
              <a:off x="7900417" y="4615181"/>
              <a:ext cx="3200400" cy="1374139"/>
            </a:xfrm>
            <a:prstGeom prst="rect">
              <a:avLst/>
            </a:prstGeom>
            <a:noFill/>
          </p:spPr>
          <p:txBody>
            <a:bodyPr wrap="square" lIns="0" tIns="0" rIns="0" bIns="0" rtlCol="0" anchor="ctr" anchorCtr="0">
              <a:noAutofit/>
            </a:bodyPr>
            <a:lstStyle/>
            <a:p>
              <a:pPr>
                <a:spcAft>
                  <a:spcPts val="300"/>
                </a:spcAft>
                <a:buSzPct val="100000"/>
              </a:pPr>
              <a:r>
                <a:rPr lang="en-US" sz="1000" b="1"/>
                <a:t>Global presence</a:t>
              </a:r>
            </a:p>
            <a:p>
              <a:pPr>
                <a:spcBef>
                  <a:spcPts val="300"/>
                </a:spcBef>
                <a:buSzPct val="100000"/>
              </a:pPr>
              <a:r>
                <a:rPr lang="en-US" sz="1000"/>
                <a:t>30 countries</a:t>
              </a:r>
            </a:p>
            <a:p>
              <a:pPr>
                <a:spcBef>
                  <a:spcPts val="300"/>
                </a:spcBef>
                <a:buSzPct val="100000"/>
              </a:pPr>
              <a:r>
                <a:rPr lang="en-US" sz="1000"/>
                <a:t>79 offices worldwide</a:t>
              </a:r>
            </a:p>
            <a:p>
              <a:pPr>
                <a:spcBef>
                  <a:spcPts val="300"/>
                </a:spcBef>
                <a:buSzPct val="100000"/>
              </a:pPr>
              <a:r>
                <a:rPr lang="en-US" sz="1000"/>
                <a:t>USA, Canada, India, Malaysia, Singapore, Philippines, China, Taiwan, Australia, Israel, England, Bulgaria, France, Germany, Portugal, Poland, Spain, Mexico</a:t>
              </a:r>
            </a:p>
          </p:txBody>
        </p:sp>
        <p:cxnSp>
          <p:nvCxnSpPr>
            <p:cNvPr id="14" name="Line">
              <a:extLst>
                <a:ext uri="{FF2B5EF4-FFF2-40B4-BE49-F238E27FC236}">
                  <a16:creationId xmlns:a16="http://schemas.microsoft.com/office/drawing/2014/main" id="{CCD82F03-BAC0-F546-8719-87E64DDBA3A9}"/>
                </a:ext>
              </a:extLst>
            </p:cNvPr>
            <p:cNvCxnSpPr>
              <a:cxnSpLocks/>
            </p:cNvCxnSpPr>
            <p:nvPr/>
          </p:nvCxnSpPr>
          <p:spPr>
            <a:xfrm>
              <a:off x="7900416" y="5989320"/>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grpSp>
    </p:spTree>
    <p:extLst>
      <p:ext uri="{BB962C8B-B14F-4D97-AF65-F5344CB8AC3E}">
        <p14:creationId xmlns:p14="http://schemas.microsoft.com/office/powerpoint/2010/main" val="28960220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832">
          <p15:clr>
            <a:srgbClr val="FBAE40"/>
          </p15:clr>
        </p15:guide>
        <p15:guide id="3" orient="horz" pos="4148">
          <p15:clr>
            <a:srgbClr val="FBAE40"/>
          </p15:clr>
        </p15:guide>
        <p15:guide id="4" orient="horz" pos="1152">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Worldwide office locations">
    <p:bg>
      <p:bgPr>
        <a:solidFill>
          <a:srgbClr val="231F2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DA48B4B-3B81-F74C-8FE3-0FD399854022}"/>
              </a:ext>
            </a:extLst>
          </p:cNvPr>
          <p:cNvSpPr txBox="1">
            <a:spLocks/>
          </p:cNvSpPr>
          <p:nvPr userDrawn="1"/>
        </p:nvSpPr>
        <p:spPr>
          <a:xfrm>
            <a:off x="365760" y="365760"/>
            <a:ext cx="9972040" cy="914400"/>
          </a:xfrm>
          <a:prstGeom prst="rect">
            <a:avLst/>
          </a:prstGeom>
        </p:spPr>
        <p:txBody>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a:t>Where you'll find us</a:t>
            </a:r>
          </a:p>
        </p:txBody>
      </p:sp>
      <p:sp>
        <p:nvSpPr>
          <p:cNvPr id="4" name="World">
            <a:extLst>
              <a:ext uri="{FF2B5EF4-FFF2-40B4-BE49-F238E27FC236}">
                <a16:creationId xmlns:a16="http://schemas.microsoft.com/office/drawing/2014/main" id="{97ED8C1C-7434-9843-AF03-2E99D3463483}"/>
              </a:ext>
            </a:extLst>
          </p:cNvPr>
          <p:cNvSpPr>
            <a:spLocks noChangeAspect="1" noEditPoints="1"/>
          </p:cNvSpPr>
          <p:nvPr userDrawn="1"/>
        </p:nvSpPr>
        <p:spPr bwMode="auto">
          <a:xfrm>
            <a:off x="3510188" y="1253592"/>
            <a:ext cx="8202168" cy="4251960"/>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Square">
            <a:extLst>
              <a:ext uri="{FF2B5EF4-FFF2-40B4-BE49-F238E27FC236}">
                <a16:creationId xmlns:a16="http://schemas.microsoft.com/office/drawing/2014/main" id="{31347C3B-B78C-C546-8AF0-CD31ADB556BD}"/>
              </a:ext>
            </a:extLst>
          </p:cNvPr>
          <p:cNvSpPr>
            <a:spLocks noChangeAspect="1"/>
          </p:cNvSpPr>
          <p:nvPr userDrawn="1"/>
        </p:nvSpPr>
        <p:spPr bwMode="auto">
          <a:xfrm>
            <a:off x="4459229" y="2991734"/>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Square">
            <a:extLst>
              <a:ext uri="{FF2B5EF4-FFF2-40B4-BE49-F238E27FC236}">
                <a16:creationId xmlns:a16="http://schemas.microsoft.com/office/drawing/2014/main" id="{059E63DB-127F-D840-82F8-A0B0612D5970}"/>
              </a:ext>
            </a:extLst>
          </p:cNvPr>
          <p:cNvSpPr>
            <a:spLocks noChangeAspect="1"/>
          </p:cNvSpPr>
          <p:nvPr userDrawn="1"/>
        </p:nvSpPr>
        <p:spPr bwMode="auto">
          <a:xfrm>
            <a:off x="4910701" y="3439727"/>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Square">
            <a:extLst>
              <a:ext uri="{FF2B5EF4-FFF2-40B4-BE49-F238E27FC236}">
                <a16:creationId xmlns:a16="http://schemas.microsoft.com/office/drawing/2014/main" id="{368F0EA9-6C41-F745-9BD8-79E417397172}"/>
              </a:ext>
            </a:extLst>
          </p:cNvPr>
          <p:cNvSpPr>
            <a:spLocks noChangeAspect="1"/>
          </p:cNvSpPr>
          <p:nvPr userDrawn="1"/>
        </p:nvSpPr>
        <p:spPr bwMode="auto">
          <a:xfrm>
            <a:off x="5683943" y="258110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Square">
            <a:extLst>
              <a:ext uri="{FF2B5EF4-FFF2-40B4-BE49-F238E27FC236}">
                <a16:creationId xmlns:a16="http://schemas.microsoft.com/office/drawing/2014/main" id="{30822C56-0F20-B849-B880-A56543C1EF97}"/>
              </a:ext>
            </a:extLst>
          </p:cNvPr>
          <p:cNvSpPr>
            <a:spLocks noChangeAspect="1"/>
          </p:cNvSpPr>
          <p:nvPr userDrawn="1"/>
        </p:nvSpPr>
        <p:spPr bwMode="auto">
          <a:xfrm>
            <a:off x="7056004" y="2890532"/>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Square">
            <a:extLst>
              <a:ext uri="{FF2B5EF4-FFF2-40B4-BE49-F238E27FC236}">
                <a16:creationId xmlns:a16="http://schemas.microsoft.com/office/drawing/2014/main" id="{051F22B7-A041-4F4E-BAE0-775F06D9E63A}"/>
              </a:ext>
            </a:extLst>
          </p:cNvPr>
          <p:cNvSpPr>
            <a:spLocks noChangeAspect="1"/>
          </p:cNvSpPr>
          <p:nvPr userDrawn="1"/>
        </p:nvSpPr>
        <p:spPr bwMode="auto">
          <a:xfrm>
            <a:off x="7564061" y="2470978"/>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Square">
            <a:extLst>
              <a:ext uri="{FF2B5EF4-FFF2-40B4-BE49-F238E27FC236}">
                <a16:creationId xmlns:a16="http://schemas.microsoft.com/office/drawing/2014/main" id="{C26B72E0-E378-9C45-9FB9-986A0D890D9B}"/>
              </a:ext>
            </a:extLst>
          </p:cNvPr>
          <p:cNvSpPr>
            <a:spLocks noChangeAspect="1"/>
          </p:cNvSpPr>
          <p:nvPr userDrawn="1"/>
        </p:nvSpPr>
        <p:spPr bwMode="auto">
          <a:xfrm>
            <a:off x="9988821" y="324267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Square">
            <a:extLst>
              <a:ext uri="{FF2B5EF4-FFF2-40B4-BE49-F238E27FC236}">
                <a16:creationId xmlns:a16="http://schemas.microsoft.com/office/drawing/2014/main" id="{8DF8FA9E-7DCF-194C-B2AE-D8295E58B01B}"/>
              </a:ext>
            </a:extLst>
          </p:cNvPr>
          <p:cNvSpPr>
            <a:spLocks noChangeAspect="1"/>
          </p:cNvSpPr>
          <p:nvPr userDrawn="1"/>
        </p:nvSpPr>
        <p:spPr bwMode="auto">
          <a:xfrm>
            <a:off x="7173834" y="2428338"/>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Square">
            <a:extLst>
              <a:ext uri="{FF2B5EF4-FFF2-40B4-BE49-F238E27FC236}">
                <a16:creationId xmlns:a16="http://schemas.microsoft.com/office/drawing/2014/main" id="{A9D6CDDE-29C0-B34E-A0A0-F20361CFB3FB}"/>
              </a:ext>
            </a:extLst>
          </p:cNvPr>
          <p:cNvSpPr>
            <a:spLocks noChangeAspect="1"/>
          </p:cNvSpPr>
          <p:nvPr userDrawn="1"/>
        </p:nvSpPr>
        <p:spPr bwMode="auto">
          <a:xfrm>
            <a:off x="5474349" y="241101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Square">
            <a:extLst>
              <a:ext uri="{FF2B5EF4-FFF2-40B4-BE49-F238E27FC236}">
                <a16:creationId xmlns:a16="http://schemas.microsoft.com/office/drawing/2014/main" id="{00DF4B66-6261-8047-A165-EE326A4F62A2}"/>
              </a:ext>
            </a:extLst>
          </p:cNvPr>
          <p:cNvSpPr>
            <a:spLocks noChangeAspect="1"/>
          </p:cNvSpPr>
          <p:nvPr userDrawn="1"/>
        </p:nvSpPr>
        <p:spPr bwMode="auto">
          <a:xfrm>
            <a:off x="5328530" y="2592353"/>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Square">
            <a:extLst>
              <a:ext uri="{FF2B5EF4-FFF2-40B4-BE49-F238E27FC236}">
                <a16:creationId xmlns:a16="http://schemas.microsoft.com/office/drawing/2014/main" id="{E03427C8-ABC2-744F-A5B8-693074AE79A0}"/>
              </a:ext>
            </a:extLst>
          </p:cNvPr>
          <p:cNvSpPr>
            <a:spLocks noChangeAspect="1"/>
          </p:cNvSpPr>
          <p:nvPr userDrawn="1"/>
        </p:nvSpPr>
        <p:spPr bwMode="auto">
          <a:xfrm>
            <a:off x="5056661" y="3385866"/>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Square">
            <a:extLst>
              <a:ext uri="{FF2B5EF4-FFF2-40B4-BE49-F238E27FC236}">
                <a16:creationId xmlns:a16="http://schemas.microsoft.com/office/drawing/2014/main" id="{669CCC4B-3FF3-624B-9895-A87337F551A9}"/>
              </a:ext>
            </a:extLst>
          </p:cNvPr>
          <p:cNvSpPr>
            <a:spLocks noChangeAspect="1"/>
          </p:cNvSpPr>
          <p:nvPr userDrawn="1"/>
        </p:nvSpPr>
        <p:spPr bwMode="auto">
          <a:xfrm>
            <a:off x="8972526" y="3652651"/>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Square">
            <a:extLst>
              <a:ext uri="{FF2B5EF4-FFF2-40B4-BE49-F238E27FC236}">
                <a16:creationId xmlns:a16="http://schemas.microsoft.com/office/drawing/2014/main" id="{AD6346E5-7E1E-314D-BE49-D472D2130095}"/>
              </a:ext>
            </a:extLst>
          </p:cNvPr>
          <p:cNvSpPr>
            <a:spLocks noChangeAspect="1"/>
          </p:cNvSpPr>
          <p:nvPr userDrawn="1"/>
        </p:nvSpPr>
        <p:spPr bwMode="auto">
          <a:xfrm>
            <a:off x="10109817" y="3593620"/>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20" name="Group 19">
            <a:extLst>
              <a:ext uri="{FF2B5EF4-FFF2-40B4-BE49-F238E27FC236}">
                <a16:creationId xmlns:a16="http://schemas.microsoft.com/office/drawing/2014/main" id="{CD52518A-0434-9148-B978-9DFAC7B711A0}"/>
              </a:ext>
            </a:extLst>
          </p:cNvPr>
          <p:cNvGrpSpPr/>
          <p:nvPr userDrawn="1"/>
        </p:nvGrpSpPr>
        <p:grpSpPr>
          <a:xfrm>
            <a:off x="505022" y="1248216"/>
            <a:ext cx="2393683" cy="493424"/>
            <a:chOff x="505022" y="1102421"/>
            <a:chExt cx="2393683" cy="493424"/>
          </a:xfrm>
        </p:grpSpPr>
        <p:sp>
          <p:nvSpPr>
            <p:cNvPr id="21" name="TextBox 20">
              <a:extLst>
                <a:ext uri="{FF2B5EF4-FFF2-40B4-BE49-F238E27FC236}">
                  <a16:creationId xmlns:a16="http://schemas.microsoft.com/office/drawing/2014/main" id="{21F825BE-DB9D-7E4F-B5C3-CD3C2CA3B828}"/>
                </a:ext>
              </a:extLst>
            </p:cNvPr>
            <p:cNvSpPr txBox="1"/>
            <p:nvPr/>
          </p:nvSpPr>
          <p:spPr>
            <a:xfrm>
              <a:off x="775880" y="1411179"/>
              <a:ext cx="1253548" cy="184666"/>
            </a:xfrm>
            <a:prstGeom prst="rect">
              <a:avLst/>
            </a:prstGeom>
            <a:noFill/>
          </p:spPr>
          <p:txBody>
            <a:bodyPr wrap="none" lIns="0" tIns="0" rIns="0" bIns="0" rtlCol="0">
              <a:spAutoFit/>
            </a:bodyPr>
            <a:lstStyle/>
            <a:p>
              <a:pPr>
                <a:lnSpc>
                  <a:spcPct val="100000"/>
                </a:lnSpc>
                <a:spcBef>
                  <a:spcPts val="1200"/>
                </a:spcBef>
                <a:buSzPct val="100000"/>
              </a:pPr>
              <a:r>
                <a:rPr lang="en-GB" sz="1200"/>
                <a:t>Operation </a:t>
              </a:r>
              <a:r>
                <a:rPr lang="en-GB" sz="1200" err="1"/>
                <a:t>Centers</a:t>
              </a:r>
              <a:endParaRPr lang="en-GB" sz="1200"/>
            </a:p>
          </p:txBody>
        </p:sp>
        <p:sp>
          <p:nvSpPr>
            <p:cNvPr id="22" name="Square">
              <a:extLst>
                <a:ext uri="{FF2B5EF4-FFF2-40B4-BE49-F238E27FC236}">
                  <a16:creationId xmlns:a16="http://schemas.microsoft.com/office/drawing/2014/main" id="{3CD37C21-CBA4-D14E-95B0-023C0E800BA5}"/>
                </a:ext>
              </a:extLst>
            </p:cNvPr>
            <p:cNvSpPr>
              <a:spLocks noChangeAspect="1"/>
            </p:cNvSpPr>
            <p:nvPr/>
          </p:nvSpPr>
          <p:spPr bwMode="auto">
            <a:xfrm>
              <a:off x="505022" y="1130730"/>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3" name="Square">
              <a:extLst>
                <a:ext uri="{FF2B5EF4-FFF2-40B4-BE49-F238E27FC236}">
                  <a16:creationId xmlns:a16="http://schemas.microsoft.com/office/drawing/2014/main" id="{E14F2041-438F-6D47-AAD2-263C6FB3EABB}"/>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4" name="TextBox 23">
              <a:extLst>
                <a:ext uri="{FF2B5EF4-FFF2-40B4-BE49-F238E27FC236}">
                  <a16:creationId xmlns:a16="http://schemas.microsoft.com/office/drawing/2014/main" id="{214B06A6-04CA-4147-81BF-C8AD4E872EBF}"/>
                </a:ext>
              </a:extLst>
            </p:cNvPr>
            <p:cNvSpPr txBox="1"/>
            <p:nvPr/>
          </p:nvSpPr>
          <p:spPr>
            <a:xfrm>
              <a:off x="775880" y="1102421"/>
              <a:ext cx="2122825" cy="184666"/>
            </a:xfrm>
            <a:prstGeom prst="rect">
              <a:avLst/>
            </a:prstGeom>
            <a:noFill/>
          </p:spPr>
          <p:txBody>
            <a:bodyPr wrap="none" lIns="0" tIns="0" rIns="0" bIns="0" rtlCol="0">
              <a:spAutoFit/>
            </a:bodyPr>
            <a:lstStyle/>
            <a:p>
              <a:pPr>
                <a:lnSpc>
                  <a:spcPct val="100000"/>
                </a:lnSpc>
                <a:spcBef>
                  <a:spcPts val="1200"/>
                </a:spcBef>
                <a:buSzPct val="100000"/>
              </a:pPr>
              <a:r>
                <a:rPr lang="en-GB" sz="1200"/>
                <a:t>Main Offices &amp; Innovation Labs</a:t>
              </a:r>
            </a:p>
          </p:txBody>
        </p:sp>
      </p:grpSp>
      <p:sp>
        <p:nvSpPr>
          <p:cNvPr id="26" name="TextBox 25">
            <a:extLst>
              <a:ext uri="{FF2B5EF4-FFF2-40B4-BE49-F238E27FC236}">
                <a16:creationId xmlns:a16="http://schemas.microsoft.com/office/drawing/2014/main" id="{B708DAB0-47C0-FB43-A8B9-CFB5F6690E39}"/>
              </a:ext>
            </a:extLst>
          </p:cNvPr>
          <p:cNvSpPr txBox="1"/>
          <p:nvPr userDrawn="1"/>
        </p:nvSpPr>
        <p:spPr>
          <a:xfrm>
            <a:off x="7785463" y="2046514"/>
            <a:ext cx="0" cy="0"/>
          </a:xfrm>
          <a:prstGeom prst="rect">
            <a:avLst/>
          </a:prstGeom>
          <a:noFill/>
        </p:spPr>
        <p:txBody>
          <a:bodyPr wrap="none" lIns="0" tIns="0" rIns="0" bIns="0" rtlCol="0">
            <a:noAutofit/>
          </a:bodyPr>
          <a:lstStyle/>
          <a:p>
            <a:pPr marL="182880" indent="-182880">
              <a:lnSpc>
                <a:spcPct val="100000"/>
              </a:lnSpc>
              <a:spcBef>
                <a:spcPts val="1200"/>
              </a:spcBef>
              <a:buSzPct val="100000"/>
              <a:buFont typeface="Arial"/>
              <a:buChar char="•"/>
            </a:pPr>
            <a:endParaRPr lang="en-UA" sz="1800"/>
          </a:p>
        </p:txBody>
      </p:sp>
      <p:sp>
        <p:nvSpPr>
          <p:cNvPr id="27" name="TextBox 26">
            <a:hlinkClick r:id="rId2"/>
            <a:extLst>
              <a:ext uri="{FF2B5EF4-FFF2-40B4-BE49-F238E27FC236}">
                <a16:creationId xmlns:a16="http://schemas.microsoft.com/office/drawing/2014/main" id="{3B49823A-7AF5-044F-9AC4-462E8F6B83AF}"/>
              </a:ext>
            </a:extLst>
          </p:cNvPr>
          <p:cNvSpPr txBox="1"/>
          <p:nvPr userDrawn="1"/>
        </p:nvSpPr>
        <p:spPr>
          <a:xfrm>
            <a:off x="509427" y="1967202"/>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a:t>*To see a list of all offices, visit </a:t>
            </a:r>
            <a:r>
              <a:rPr lang="en-US" sz="1050" b="1" i="0" u="sng"/>
              <a:t>ust.com</a:t>
            </a:r>
          </a:p>
        </p:txBody>
      </p:sp>
      <p:sp>
        <p:nvSpPr>
          <p:cNvPr id="28" name="Square">
            <a:extLst>
              <a:ext uri="{FF2B5EF4-FFF2-40B4-BE49-F238E27FC236}">
                <a16:creationId xmlns:a16="http://schemas.microsoft.com/office/drawing/2014/main" id="{43873493-0727-294B-B0BE-14523BB19C1E}"/>
              </a:ext>
            </a:extLst>
          </p:cNvPr>
          <p:cNvSpPr>
            <a:spLocks noChangeAspect="1"/>
          </p:cNvSpPr>
          <p:nvPr userDrawn="1"/>
        </p:nvSpPr>
        <p:spPr bwMode="auto">
          <a:xfrm>
            <a:off x="7324387" y="2629500"/>
            <a:ext cx="114117" cy="113977"/>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Square">
            <a:extLst>
              <a:ext uri="{FF2B5EF4-FFF2-40B4-BE49-F238E27FC236}">
                <a16:creationId xmlns:a16="http://schemas.microsoft.com/office/drawing/2014/main" id="{3A2DB7C0-1311-AF4C-9A3B-DC7DB458EF9A}"/>
              </a:ext>
            </a:extLst>
          </p:cNvPr>
          <p:cNvSpPr>
            <a:spLocks noChangeAspect="1"/>
          </p:cNvSpPr>
          <p:nvPr userDrawn="1"/>
        </p:nvSpPr>
        <p:spPr bwMode="auto">
          <a:xfrm>
            <a:off x="10111486" y="3365333"/>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 name="Square">
            <a:extLst>
              <a:ext uri="{FF2B5EF4-FFF2-40B4-BE49-F238E27FC236}">
                <a16:creationId xmlns:a16="http://schemas.microsoft.com/office/drawing/2014/main" id="{4F143F49-854A-4B43-9C24-DEBF6F460FD2}"/>
              </a:ext>
            </a:extLst>
          </p:cNvPr>
          <p:cNvSpPr>
            <a:spLocks noChangeAspect="1"/>
          </p:cNvSpPr>
          <p:nvPr userDrawn="1"/>
        </p:nvSpPr>
        <p:spPr bwMode="auto">
          <a:xfrm>
            <a:off x="8088234" y="3037938"/>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 name="Square">
            <a:extLst>
              <a:ext uri="{FF2B5EF4-FFF2-40B4-BE49-F238E27FC236}">
                <a16:creationId xmlns:a16="http://schemas.microsoft.com/office/drawing/2014/main" id="{F7AD946B-A829-D745-82B6-EFBF765D7213}"/>
              </a:ext>
            </a:extLst>
          </p:cNvPr>
          <p:cNvSpPr>
            <a:spLocks noChangeAspect="1"/>
          </p:cNvSpPr>
          <p:nvPr userDrawn="1"/>
        </p:nvSpPr>
        <p:spPr bwMode="auto">
          <a:xfrm>
            <a:off x="9610701" y="3719326"/>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 name="Square">
            <a:extLst>
              <a:ext uri="{FF2B5EF4-FFF2-40B4-BE49-F238E27FC236}">
                <a16:creationId xmlns:a16="http://schemas.microsoft.com/office/drawing/2014/main" id="{C5081E55-9FE9-CA4A-944E-A07EDD680733}"/>
              </a:ext>
            </a:extLst>
          </p:cNvPr>
          <p:cNvSpPr>
            <a:spLocks noChangeAspect="1"/>
          </p:cNvSpPr>
          <p:nvPr userDrawn="1"/>
        </p:nvSpPr>
        <p:spPr bwMode="auto">
          <a:xfrm>
            <a:off x="7240509" y="2818863"/>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 name="Square">
            <a:extLst>
              <a:ext uri="{FF2B5EF4-FFF2-40B4-BE49-F238E27FC236}">
                <a16:creationId xmlns:a16="http://schemas.microsoft.com/office/drawing/2014/main" id="{DCC19668-0600-5044-A908-D7583AA0FFFE}"/>
              </a:ext>
            </a:extLst>
          </p:cNvPr>
          <p:cNvSpPr>
            <a:spLocks noChangeAspect="1"/>
          </p:cNvSpPr>
          <p:nvPr userDrawn="1"/>
        </p:nvSpPr>
        <p:spPr bwMode="auto">
          <a:xfrm>
            <a:off x="10715759" y="4585603"/>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 name="Square">
            <a:extLst>
              <a:ext uri="{FF2B5EF4-FFF2-40B4-BE49-F238E27FC236}">
                <a16:creationId xmlns:a16="http://schemas.microsoft.com/office/drawing/2014/main" id="{9668A2B1-0D6E-BF48-83A0-79889E0A21CD}"/>
              </a:ext>
            </a:extLst>
          </p:cNvPr>
          <p:cNvSpPr>
            <a:spLocks noChangeAspect="1"/>
          </p:cNvSpPr>
          <p:nvPr userDrawn="1"/>
        </p:nvSpPr>
        <p:spPr bwMode="auto">
          <a:xfrm>
            <a:off x="5138030" y="2773328"/>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 name="TextBox 34">
            <a:extLst>
              <a:ext uri="{FF2B5EF4-FFF2-40B4-BE49-F238E27FC236}">
                <a16:creationId xmlns:a16="http://schemas.microsoft.com/office/drawing/2014/main" id="{51F22170-436C-415B-9A7D-40DA7DDB34F8}"/>
              </a:ext>
            </a:extLst>
          </p:cNvPr>
          <p:cNvSpPr txBox="1"/>
          <p:nvPr userDrawn="1"/>
        </p:nvSpPr>
        <p:spPr>
          <a:xfrm>
            <a:off x="2466926" y="3285572"/>
            <a:ext cx="2216761" cy="3323987"/>
          </a:xfrm>
          <a:prstGeom prst="rect">
            <a:avLst/>
          </a:prstGeom>
          <a:noFill/>
        </p:spPr>
        <p:txBody>
          <a:bodyPr wrap="none" lIns="0" tIns="0" rIns="0" bIns="0" rtlCol="0">
            <a:spAutoFit/>
          </a:bodyPr>
          <a:lstStyle/>
          <a:p>
            <a:pPr>
              <a:lnSpc>
                <a:spcPct val="100000"/>
              </a:lnSpc>
              <a:buSzPct val="100000"/>
            </a:pPr>
            <a:r>
              <a:rPr lang="en-US" sz="1200" b="1"/>
              <a:t>AMERICAS</a:t>
            </a:r>
          </a:p>
          <a:p>
            <a:pPr>
              <a:lnSpc>
                <a:spcPct val="100000"/>
              </a:lnSpc>
              <a:buSzPct val="100000"/>
            </a:pPr>
            <a:r>
              <a:rPr lang="en-US" sz="1200"/>
              <a:t>Global HQ – Orange County, CA</a:t>
            </a:r>
          </a:p>
          <a:p>
            <a:pPr>
              <a:buSzPct val="100000"/>
            </a:pPr>
            <a:r>
              <a:rPr lang="en-US" sz="1200"/>
              <a:t>Bentonville, AR</a:t>
            </a:r>
          </a:p>
          <a:p>
            <a:pPr>
              <a:lnSpc>
                <a:spcPct val="100000"/>
              </a:lnSpc>
              <a:buSzPct val="100000"/>
            </a:pPr>
            <a:r>
              <a:rPr lang="en-US" sz="1200"/>
              <a:t>Chicago, IL</a:t>
            </a:r>
          </a:p>
          <a:p>
            <a:pPr marL="0" marR="0" indent="0" algn="l" defTabSz="914400" rtl="0" eaLnBrk="1" fontAlgn="auto" latinLnBrk="0" hangingPunct="1">
              <a:lnSpc>
                <a:spcPct val="100000"/>
              </a:lnSpc>
              <a:spcBef>
                <a:spcPts val="0"/>
              </a:spcBef>
              <a:spcAft>
                <a:spcPts val="0"/>
              </a:spcAft>
              <a:buClrTx/>
              <a:buSzPct val="100000"/>
              <a:buFontTx/>
              <a:buNone/>
              <a:tabLst/>
              <a:defRPr/>
            </a:pPr>
            <a:r>
              <a:rPr lang="en-US" sz="1200"/>
              <a:t>Norfolk, VA</a:t>
            </a:r>
          </a:p>
          <a:p>
            <a:pPr marL="0" marR="0" indent="0" algn="l" defTabSz="914400" rtl="0" eaLnBrk="1" fontAlgn="auto" latinLnBrk="0" hangingPunct="1">
              <a:lnSpc>
                <a:spcPct val="100000"/>
              </a:lnSpc>
              <a:spcBef>
                <a:spcPts val="0"/>
              </a:spcBef>
              <a:spcAft>
                <a:spcPts val="0"/>
              </a:spcAft>
              <a:buClrTx/>
              <a:buSzPct val="100000"/>
              <a:buFontTx/>
              <a:buNone/>
              <a:tabLst/>
              <a:defRPr/>
            </a:pPr>
            <a:r>
              <a:rPr lang="en-US" sz="1200"/>
              <a:t>Sidney, NE</a:t>
            </a:r>
          </a:p>
          <a:p>
            <a:pPr marL="0" marR="0" indent="0" algn="l" defTabSz="914400" rtl="0" eaLnBrk="1" fontAlgn="auto" latinLnBrk="0" hangingPunct="1">
              <a:lnSpc>
                <a:spcPct val="100000"/>
              </a:lnSpc>
              <a:spcBef>
                <a:spcPts val="0"/>
              </a:spcBef>
              <a:spcAft>
                <a:spcPts val="0"/>
              </a:spcAft>
              <a:buClrTx/>
              <a:buSzPct val="100000"/>
              <a:buFontTx/>
              <a:buNone/>
              <a:tabLst/>
              <a:defRPr/>
            </a:pPr>
            <a:r>
              <a:rPr lang="en-US" sz="1200"/>
              <a:t>Seattle, WA</a:t>
            </a:r>
          </a:p>
          <a:p>
            <a:pPr marL="0" marR="0" indent="0" algn="l" defTabSz="914400" rtl="0" eaLnBrk="1" fontAlgn="auto" latinLnBrk="0" hangingPunct="1">
              <a:lnSpc>
                <a:spcPct val="100000"/>
              </a:lnSpc>
              <a:spcBef>
                <a:spcPts val="0"/>
              </a:spcBef>
              <a:spcAft>
                <a:spcPts val="0"/>
              </a:spcAft>
              <a:buClrTx/>
              <a:buSzPct val="100000"/>
              <a:buFontTx/>
              <a:buNone/>
              <a:tabLst/>
              <a:defRPr/>
            </a:pPr>
            <a:r>
              <a:rPr lang="en-US" sz="1200"/>
              <a:t>Columbus, OH</a:t>
            </a:r>
          </a:p>
          <a:p>
            <a:pPr marL="0" marR="0" indent="0" algn="l" defTabSz="914400" rtl="0" eaLnBrk="1" fontAlgn="auto" latinLnBrk="0" hangingPunct="1">
              <a:lnSpc>
                <a:spcPct val="100000"/>
              </a:lnSpc>
              <a:spcBef>
                <a:spcPts val="0"/>
              </a:spcBef>
              <a:spcAft>
                <a:spcPts val="0"/>
              </a:spcAft>
              <a:buClrTx/>
              <a:buSzPct val="100000"/>
              <a:buFontTx/>
              <a:buNone/>
              <a:tabLst/>
              <a:defRPr/>
            </a:pPr>
            <a:r>
              <a:rPr lang="en-US" sz="1200"/>
              <a:t>Atlanta, GA</a:t>
            </a:r>
          </a:p>
          <a:p>
            <a:pPr marL="0" marR="0" indent="0" algn="l" defTabSz="914400" rtl="0" eaLnBrk="1" fontAlgn="auto" latinLnBrk="0" hangingPunct="1">
              <a:lnSpc>
                <a:spcPct val="100000"/>
              </a:lnSpc>
              <a:spcBef>
                <a:spcPts val="0"/>
              </a:spcBef>
              <a:spcAft>
                <a:spcPts val="0"/>
              </a:spcAft>
              <a:buClrTx/>
              <a:buSzPct val="100000"/>
              <a:buFontTx/>
              <a:buNone/>
              <a:tabLst/>
              <a:defRPr/>
            </a:pPr>
            <a:r>
              <a:rPr lang="en-US" sz="1200"/>
              <a:t>Vancouver BC</a:t>
            </a:r>
          </a:p>
          <a:p>
            <a:pPr marL="0" marR="0" indent="0" algn="l" defTabSz="914400" rtl="0" eaLnBrk="1" fontAlgn="auto" latinLnBrk="0" hangingPunct="1">
              <a:lnSpc>
                <a:spcPct val="100000"/>
              </a:lnSpc>
              <a:spcBef>
                <a:spcPts val="0"/>
              </a:spcBef>
              <a:spcAft>
                <a:spcPts val="0"/>
              </a:spcAft>
              <a:buClrTx/>
              <a:buSzPct val="100000"/>
              <a:buFontTx/>
              <a:buNone/>
              <a:tabLst/>
              <a:defRPr/>
            </a:pPr>
            <a:r>
              <a:rPr lang="en-US" sz="1200"/>
              <a:t>Guadalajara</a:t>
            </a:r>
          </a:p>
          <a:p>
            <a:pPr>
              <a:buSzPct val="100000"/>
            </a:pPr>
            <a:r>
              <a:rPr lang="en-US" sz="1200"/>
              <a:t>Leon</a:t>
            </a:r>
          </a:p>
          <a:p>
            <a:pPr>
              <a:buSzPct val="100000"/>
            </a:pPr>
            <a:r>
              <a:rPr lang="en-US" sz="1200"/>
              <a:t>San Jose</a:t>
            </a:r>
          </a:p>
          <a:p>
            <a:pPr>
              <a:buSzPct val="100000"/>
            </a:pPr>
            <a:r>
              <a:rPr lang="en-US" sz="1200"/>
              <a:t>Bogota</a:t>
            </a:r>
          </a:p>
          <a:p>
            <a:pPr>
              <a:buSzPct val="100000"/>
            </a:pPr>
            <a:r>
              <a:rPr lang="en-US" sz="1200"/>
              <a:t>Santiago</a:t>
            </a:r>
          </a:p>
          <a:p>
            <a:pPr>
              <a:buSzPct val="100000"/>
            </a:pPr>
            <a:r>
              <a:rPr lang="en-US" sz="1200"/>
              <a:t>Lima</a:t>
            </a:r>
          </a:p>
          <a:p>
            <a:pPr>
              <a:buSzPct val="100000"/>
            </a:pPr>
            <a:endParaRPr lang="en-US" sz="1200"/>
          </a:p>
          <a:p>
            <a:pPr>
              <a:buSzPct val="100000"/>
            </a:pPr>
            <a:endParaRPr lang="en-US" sz="1200"/>
          </a:p>
        </p:txBody>
      </p:sp>
      <p:sp>
        <p:nvSpPr>
          <p:cNvPr id="36" name="TextBox 35">
            <a:extLst>
              <a:ext uri="{FF2B5EF4-FFF2-40B4-BE49-F238E27FC236}">
                <a16:creationId xmlns:a16="http://schemas.microsoft.com/office/drawing/2014/main" id="{C2DCDC80-FFB3-4C45-9D2A-41BE10E24146}"/>
              </a:ext>
            </a:extLst>
          </p:cNvPr>
          <p:cNvSpPr txBox="1"/>
          <p:nvPr userDrawn="1"/>
        </p:nvSpPr>
        <p:spPr>
          <a:xfrm>
            <a:off x="6814623" y="4126499"/>
            <a:ext cx="690895" cy="2585323"/>
          </a:xfrm>
          <a:prstGeom prst="rect">
            <a:avLst/>
          </a:prstGeom>
          <a:noFill/>
        </p:spPr>
        <p:txBody>
          <a:bodyPr wrap="none" lIns="0" tIns="0" rIns="0" bIns="0" rtlCol="0">
            <a:spAutoFit/>
          </a:bodyPr>
          <a:lstStyle/>
          <a:p>
            <a:pPr>
              <a:lnSpc>
                <a:spcPct val="100000"/>
              </a:lnSpc>
              <a:buSzPct val="100000"/>
            </a:pPr>
            <a:r>
              <a:rPr lang="en-US" sz="1200" b="1"/>
              <a:t>EMEA</a:t>
            </a:r>
          </a:p>
          <a:p>
            <a:pPr>
              <a:buSzPct val="100000"/>
            </a:pPr>
            <a:r>
              <a:rPr lang="en-US" sz="1200"/>
              <a:t>London</a:t>
            </a:r>
          </a:p>
          <a:p>
            <a:pPr>
              <a:buSzPct val="100000"/>
            </a:pPr>
            <a:r>
              <a:rPr lang="en-US" sz="1200"/>
              <a:t>Madrid</a:t>
            </a:r>
          </a:p>
          <a:p>
            <a:pPr>
              <a:buSzPct val="100000"/>
            </a:pPr>
            <a:r>
              <a:rPr lang="en-US" sz="1200"/>
              <a:t>Tel Aviv </a:t>
            </a:r>
          </a:p>
          <a:p>
            <a:pPr>
              <a:buSzPct val="100000"/>
            </a:pPr>
            <a:r>
              <a:rPr lang="en-US" sz="1200"/>
              <a:t>Berlin</a:t>
            </a:r>
          </a:p>
          <a:p>
            <a:pPr>
              <a:buSzPct val="100000"/>
            </a:pPr>
            <a:r>
              <a:rPr lang="en-US" sz="1200"/>
              <a:t>Lisbon</a:t>
            </a:r>
          </a:p>
          <a:p>
            <a:pPr>
              <a:buSzPct val="100000"/>
            </a:pPr>
            <a:r>
              <a:rPr lang="en-US" sz="1200"/>
              <a:t>Paris</a:t>
            </a:r>
          </a:p>
          <a:p>
            <a:pPr>
              <a:lnSpc>
                <a:spcPct val="100000"/>
              </a:lnSpc>
              <a:buSzPct val="100000"/>
            </a:pPr>
            <a:r>
              <a:rPr lang="en-US" sz="1200"/>
              <a:t>Leeds</a:t>
            </a:r>
          </a:p>
          <a:p>
            <a:pPr>
              <a:lnSpc>
                <a:spcPct val="100000"/>
              </a:lnSpc>
              <a:buSzPct val="100000"/>
            </a:pPr>
            <a:r>
              <a:rPr lang="en-US" sz="1200"/>
              <a:t>Gdansk</a:t>
            </a:r>
          </a:p>
          <a:p>
            <a:pPr>
              <a:lnSpc>
                <a:spcPct val="100000"/>
              </a:lnSpc>
              <a:buSzPct val="100000"/>
            </a:pPr>
            <a:r>
              <a:rPr lang="en-US" sz="1200"/>
              <a:t>Bucharest</a:t>
            </a:r>
          </a:p>
          <a:p>
            <a:pPr>
              <a:lnSpc>
                <a:spcPct val="100000"/>
              </a:lnSpc>
              <a:buSzPct val="100000"/>
            </a:pPr>
            <a:r>
              <a:rPr lang="en-US" sz="1200"/>
              <a:t>Sofia</a:t>
            </a:r>
          </a:p>
          <a:p>
            <a:pPr>
              <a:lnSpc>
                <a:spcPct val="100000"/>
              </a:lnSpc>
              <a:buSzPct val="100000"/>
            </a:pPr>
            <a:r>
              <a:rPr lang="en-US" sz="1200"/>
              <a:t>Helmond</a:t>
            </a:r>
          </a:p>
          <a:p>
            <a:pPr>
              <a:lnSpc>
                <a:spcPct val="100000"/>
              </a:lnSpc>
              <a:buSzPct val="100000"/>
            </a:pPr>
            <a:r>
              <a:rPr lang="en-US" sz="1200"/>
              <a:t>Barcelona</a:t>
            </a:r>
          </a:p>
          <a:p>
            <a:pPr>
              <a:lnSpc>
                <a:spcPct val="100000"/>
              </a:lnSpc>
              <a:buSzPct val="100000"/>
            </a:pPr>
            <a:endParaRPr lang="en-US" sz="1200"/>
          </a:p>
        </p:txBody>
      </p:sp>
      <p:sp>
        <p:nvSpPr>
          <p:cNvPr id="37" name="TextBox 36">
            <a:extLst>
              <a:ext uri="{FF2B5EF4-FFF2-40B4-BE49-F238E27FC236}">
                <a16:creationId xmlns:a16="http://schemas.microsoft.com/office/drawing/2014/main" id="{38A4B4B5-8FC4-4EBA-938F-033C623B4C7A}"/>
              </a:ext>
            </a:extLst>
          </p:cNvPr>
          <p:cNvSpPr txBox="1"/>
          <p:nvPr userDrawn="1"/>
        </p:nvSpPr>
        <p:spPr>
          <a:xfrm>
            <a:off x="7714985" y="5751966"/>
            <a:ext cx="855586" cy="738664"/>
          </a:xfrm>
          <a:prstGeom prst="rect">
            <a:avLst/>
          </a:prstGeom>
          <a:noFill/>
        </p:spPr>
        <p:txBody>
          <a:bodyPr wrap="square" lIns="0" tIns="0" rIns="0" bIns="0" rtlCol="0">
            <a:spAutoFit/>
          </a:bodyPr>
          <a:lstStyle/>
          <a:p>
            <a:pPr>
              <a:lnSpc>
                <a:spcPct val="100000"/>
              </a:lnSpc>
              <a:buSzPct val="100000"/>
            </a:pPr>
            <a:r>
              <a:rPr lang="en-US" sz="1200" b="0"/>
              <a:t>Bilbao Salamanca Valencia Zaragoza</a:t>
            </a:r>
          </a:p>
        </p:txBody>
      </p:sp>
      <p:sp>
        <p:nvSpPr>
          <p:cNvPr id="38" name="TextBox 37">
            <a:extLst>
              <a:ext uri="{FF2B5EF4-FFF2-40B4-BE49-F238E27FC236}">
                <a16:creationId xmlns:a16="http://schemas.microsoft.com/office/drawing/2014/main" id="{1B68DEBF-1B8C-405C-8201-C6AA4C937545}"/>
              </a:ext>
            </a:extLst>
          </p:cNvPr>
          <p:cNvSpPr txBox="1"/>
          <p:nvPr userDrawn="1"/>
        </p:nvSpPr>
        <p:spPr>
          <a:xfrm>
            <a:off x="8822733" y="4060866"/>
            <a:ext cx="1014581" cy="1846659"/>
          </a:xfrm>
          <a:prstGeom prst="rect">
            <a:avLst/>
          </a:prstGeom>
          <a:noFill/>
        </p:spPr>
        <p:txBody>
          <a:bodyPr wrap="square" lIns="0" tIns="0" rIns="0" bIns="0" rtlCol="0">
            <a:spAutoFit/>
          </a:bodyPr>
          <a:lstStyle/>
          <a:p>
            <a:pPr>
              <a:buSzPct val="100000"/>
            </a:pPr>
            <a:r>
              <a:rPr lang="en-US" sz="1200" b="1"/>
              <a:t>INDIA</a:t>
            </a:r>
          </a:p>
          <a:p>
            <a:pPr>
              <a:buSzPct val="100000"/>
            </a:pPr>
            <a:r>
              <a:rPr lang="en-US" sz="1200"/>
              <a:t>Trivandrum</a:t>
            </a:r>
          </a:p>
          <a:p>
            <a:pPr>
              <a:buSzPct val="100000"/>
            </a:pPr>
            <a:r>
              <a:rPr lang="en-US" sz="1200"/>
              <a:t>Bangalore</a:t>
            </a:r>
          </a:p>
          <a:p>
            <a:pPr>
              <a:buSzPct val="100000"/>
            </a:pPr>
            <a:r>
              <a:rPr lang="en-US" sz="1200"/>
              <a:t>Chennai</a:t>
            </a:r>
          </a:p>
          <a:p>
            <a:pPr>
              <a:buSzPct val="100000"/>
            </a:pPr>
            <a:r>
              <a:rPr lang="en-US" sz="1200"/>
              <a:t>Hyderabad</a:t>
            </a:r>
          </a:p>
          <a:p>
            <a:pPr>
              <a:buSzPct val="100000"/>
            </a:pPr>
            <a:r>
              <a:rPr lang="en-US" sz="1200"/>
              <a:t>Kochi</a:t>
            </a:r>
          </a:p>
          <a:p>
            <a:pPr>
              <a:buSzPct val="100000"/>
            </a:pPr>
            <a:r>
              <a:rPr lang="en-US" sz="1200"/>
              <a:t>Delhi</a:t>
            </a:r>
          </a:p>
          <a:p>
            <a:pPr>
              <a:buSzPct val="100000"/>
            </a:pPr>
            <a:r>
              <a:rPr lang="en-US" sz="1200"/>
              <a:t>Coimbatore Hosur </a:t>
            </a:r>
          </a:p>
          <a:p>
            <a:pPr>
              <a:buSzPct val="100000"/>
            </a:pPr>
            <a:r>
              <a:rPr lang="en-US" sz="1200"/>
              <a:t>Pune</a:t>
            </a:r>
          </a:p>
        </p:txBody>
      </p:sp>
      <p:sp>
        <p:nvSpPr>
          <p:cNvPr id="39" name="TextBox 38">
            <a:extLst>
              <a:ext uri="{FF2B5EF4-FFF2-40B4-BE49-F238E27FC236}">
                <a16:creationId xmlns:a16="http://schemas.microsoft.com/office/drawing/2014/main" id="{DEEF1C05-F2FE-4646-AD1B-B0CE35229B79}"/>
              </a:ext>
            </a:extLst>
          </p:cNvPr>
          <p:cNvSpPr txBox="1"/>
          <p:nvPr userDrawn="1"/>
        </p:nvSpPr>
        <p:spPr>
          <a:xfrm>
            <a:off x="10931624" y="2768161"/>
            <a:ext cx="697307" cy="1477328"/>
          </a:xfrm>
          <a:prstGeom prst="rect">
            <a:avLst/>
          </a:prstGeom>
          <a:noFill/>
        </p:spPr>
        <p:txBody>
          <a:bodyPr wrap="none" lIns="0" tIns="0" rIns="0" bIns="0" rtlCol="0">
            <a:spAutoFit/>
          </a:bodyPr>
          <a:lstStyle/>
          <a:p>
            <a:pPr>
              <a:lnSpc>
                <a:spcPct val="100000"/>
              </a:lnSpc>
              <a:buSzPct val="100000"/>
            </a:pPr>
            <a:r>
              <a:rPr lang="en-US" sz="1200" b="1"/>
              <a:t>APAC</a:t>
            </a:r>
          </a:p>
          <a:p>
            <a:pPr>
              <a:buSzPct val="100000"/>
            </a:pPr>
            <a:r>
              <a:rPr lang="en-US" sz="1200"/>
              <a:t>Singapore</a:t>
            </a:r>
          </a:p>
          <a:p>
            <a:pPr>
              <a:buSzPct val="100000"/>
            </a:pPr>
            <a:r>
              <a:rPr lang="en-US" sz="1200"/>
              <a:t>Manila </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1200"/>
              <a:t>Sydney</a:t>
            </a:r>
          </a:p>
          <a:p>
            <a:pPr>
              <a:buSzPct val="100000"/>
            </a:pPr>
            <a:r>
              <a:rPr lang="en-US" sz="1200"/>
              <a:t>Penang</a:t>
            </a:r>
          </a:p>
          <a:p>
            <a:pPr>
              <a:buSzPct val="100000"/>
            </a:pPr>
            <a:r>
              <a:rPr lang="en-US" sz="1200"/>
              <a:t>Shanghai</a:t>
            </a:r>
          </a:p>
          <a:p>
            <a:pPr>
              <a:buSzPct val="100000"/>
            </a:pPr>
            <a:r>
              <a:rPr lang="en-US" sz="1200"/>
              <a:t>Taipei</a:t>
            </a:r>
          </a:p>
          <a:p>
            <a:pPr>
              <a:buSzPct val="100000"/>
            </a:pPr>
            <a:r>
              <a:rPr lang="en-US" sz="1200" b="0"/>
              <a:t>Cyberjaya</a:t>
            </a:r>
          </a:p>
        </p:txBody>
      </p:sp>
      <p:sp>
        <p:nvSpPr>
          <p:cNvPr id="40" name="Square">
            <a:extLst>
              <a:ext uri="{FF2B5EF4-FFF2-40B4-BE49-F238E27FC236}">
                <a16:creationId xmlns:a16="http://schemas.microsoft.com/office/drawing/2014/main" id="{D580DFEE-BFAA-4319-BEFF-5387C8640F34}"/>
              </a:ext>
            </a:extLst>
          </p:cNvPr>
          <p:cNvSpPr>
            <a:spLocks noChangeAspect="1"/>
          </p:cNvSpPr>
          <p:nvPr userDrawn="1"/>
        </p:nvSpPr>
        <p:spPr bwMode="auto">
          <a:xfrm>
            <a:off x="4476361" y="2479607"/>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1" name="Square">
            <a:extLst>
              <a:ext uri="{FF2B5EF4-FFF2-40B4-BE49-F238E27FC236}">
                <a16:creationId xmlns:a16="http://schemas.microsoft.com/office/drawing/2014/main" id="{F8ED0620-0F01-49C7-A641-00E8278E02DC}"/>
              </a:ext>
            </a:extLst>
          </p:cNvPr>
          <p:cNvSpPr>
            <a:spLocks noChangeAspect="1"/>
          </p:cNvSpPr>
          <p:nvPr userDrawn="1"/>
        </p:nvSpPr>
        <p:spPr bwMode="auto">
          <a:xfrm>
            <a:off x="4914279" y="265104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2" name="Square">
            <a:extLst>
              <a:ext uri="{FF2B5EF4-FFF2-40B4-BE49-F238E27FC236}">
                <a16:creationId xmlns:a16="http://schemas.microsoft.com/office/drawing/2014/main" id="{D0BE905E-103E-4DAF-A10F-92EA53AE9452}"/>
              </a:ext>
            </a:extLst>
          </p:cNvPr>
          <p:cNvSpPr>
            <a:spLocks noChangeAspect="1"/>
          </p:cNvSpPr>
          <p:nvPr userDrawn="1"/>
        </p:nvSpPr>
        <p:spPr bwMode="auto">
          <a:xfrm>
            <a:off x="5409623" y="292400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3" name="Square">
            <a:extLst>
              <a:ext uri="{FF2B5EF4-FFF2-40B4-BE49-F238E27FC236}">
                <a16:creationId xmlns:a16="http://schemas.microsoft.com/office/drawing/2014/main" id="{0D1D5D65-033C-43BF-A835-87164231DB30}"/>
              </a:ext>
            </a:extLst>
          </p:cNvPr>
          <p:cNvSpPr>
            <a:spLocks noChangeAspect="1"/>
          </p:cNvSpPr>
          <p:nvPr userDrawn="1"/>
        </p:nvSpPr>
        <p:spPr bwMode="auto">
          <a:xfrm>
            <a:off x="4547987" y="2653928"/>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4" name="Square">
            <a:extLst>
              <a:ext uri="{FF2B5EF4-FFF2-40B4-BE49-F238E27FC236}">
                <a16:creationId xmlns:a16="http://schemas.microsoft.com/office/drawing/2014/main" id="{A7F9CBB5-BFE6-43F2-B356-0E4FBFB8BAFD}"/>
              </a:ext>
            </a:extLst>
          </p:cNvPr>
          <p:cNvSpPr>
            <a:spLocks noChangeAspect="1"/>
          </p:cNvSpPr>
          <p:nvPr userDrawn="1"/>
        </p:nvSpPr>
        <p:spPr bwMode="auto">
          <a:xfrm>
            <a:off x="5330981" y="3580176"/>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5" name="Square">
            <a:extLst>
              <a:ext uri="{FF2B5EF4-FFF2-40B4-BE49-F238E27FC236}">
                <a16:creationId xmlns:a16="http://schemas.microsoft.com/office/drawing/2014/main" id="{9674ED3A-F5AA-4B4E-9451-A8133E3904A8}"/>
              </a:ext>
            </a:extLst>
          </p:cNvPr>
          <p:cNvSpPr>
            <a:spLocks noChangeAspect="1"/>
          </p:cNvSpPr>
          <p:nvPr userDrawn="1"/>
        </p:nvSpPr>
        <p:spPr bwMode="auto">
          <a:xfrm>
            <a:off x="5651021" y="3751626"/>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6" name="Square">
            <a:extLst>
              <a:ext uri="{FF2B5EF4-FFF2-40B4-BE49-F238E27FC236}">
                <a16:creationId xmlns:a16="http://schemas.microsoft.com/office/drawing/2014/main" id="{0F46294E-5101-4B8D-B2F6-3615C2814481}"/>
              </a:ext>
            </a:extLst>
          </p:cNvPr>
          <p:cNvSpPr>
            <a:spLocks noChangeAspect="1"/>
          </p:cNvSpPr>
          <p:nvPr userDrawn="1"/>
        </p:nvSpPr>
        <p:spPr bwMode="auto">
          <a:xfrm>
            <a:off x="5479571" y="4003086"/>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7" name="Square">
            <a:extLst>
              <a:ext uri="{FF2B5EF4-FFF2-40B4-BE49-F238E27FC236}">
                <a16:creationId xmlns:a16="http://schemas.microsoft.com/office/drawing/2014/main" id="{320907C3-F2B8-42EE-9EB9-798F87B69108}"/>
              </a:ext>
            </a:extLst>
          </p:cNvPr>
          <p:cNvSpPr>
            <a:spLocks noChangeAspect="1"/>
          </p:cNvSpPr>
          <p:nvPr userDrawn="1"/>
        </p:nvSpPr>
        <p:spPr bwMode="auto">
          <a:xfrm>
            <a:off x="7210484" y="2297025"/>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8" name="Square">
            <a:extLst>
              <a:ext uri="{FF2B5EF4-FFF2-40B4-BE49-F238E27FC236}">
                <a16:creationId xmlns:a16="http://schemas.microsoft.com/office/drawing/2014/main" id="{D8F80505-DD30-4FDF-93D7-C57DA28A79A6}"/>
              </a:ext>
            </a:extLst>
          </p:cNvPr>
          <p:cNvSpPr>
            <a:spLocks noChangeAspect="1"/>
          </p:cNvSpPr>
          <p:nvPr userDrawn="1"/>
        </p:nvSpPr>
        <p:spPr bwMode="auto">
          <a:xfrm>
            <a:off x="7564061" y="2470978"/>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9" name="Square">
            <a:extLst>
              <a:ext uri="{FF2B5EF4-FFF2-40B4-BE49-F238E27FC236}">
                <a16:creationId xmlns:a16="http://schemas.microsoft.com/office/drawing/2014/main" id="{FC343C01-6A0B-4831-99D1-1C877FF0F01B}"/>
              </a:ext>
            </a:extLst>
          </p:cNvPr>
          <p:cNvSpPr>
            <a:spLocks noChangeAspect="1"/>
          </p:cNvSpPr>
          <p:nvPr userDrawn="1"/>
        </p:nvSpPr>
        <p:spPr bwMode="auto">
          <a:xfrm>
            <a:off x="7918391" y="2265238"/>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0" name="Square">
            <a:extLst>
              <a:ext uri="{FF2B5EF4-FFF2-40B4-BE49-F238E27FC236}">
                <a16:creationId xmlns:a16="http://schemas.microsoft.com/office/drawing/2014/main" id="{48521FF2-2FCC-486F-BA0A-60708659484B}"/>
              </a:ext>
            </a:extLst>
          </p:cNvPr>
          <p:cNvSpPr>
            <a:spLocks noChangeAspect="1"/>
          </p:cNvSpPr>
          <p:nvPr userDrawn="1"/>
        </p:nvSpPr>
        <p:spPr bwMode="auto">
          <a:xfrm>
            <a:off x="8063400" y="2716283"/>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1" name="Square">
            <a:extLst>
              <a:ext uri="{FF2B5EF4-FFF2-40B4-BE49-F238E27FC236}">
                <a16:creationId xmlns:a16="http://schemas.microsoft.com/office/drawing/2014/main" id="{0CB3A543-13AE-4CC2-A67B-6586B39BF179}"/>
              </a:ext>
            </a:extLst>
          </p:cNvPr>
          <p:cNvSpPr>
            <a:spLocks noChangeAspect="1"/>
          </p:cNvSpPr>
          <p:nvPr userDrawn="1"/>
        </p:nvSpPr>
        <p:spPr bwMode="auto">
          <a:xfrm>
            <a:off x="7914810" y="2842013"/>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2" name="Square">
            <a:extLst>
              <a:ext uri="{FF2B5EF4-FFF2-40B4-BE49-F238E27FC236}">
                <a16:creationId xmlns:a16="http://schemas.microsoft.com/office/drawing/2014/main" id="{76C3C4D0-7BDC-4381-A142-6C1A70FBC5CE}"/>
              </a:ext>
            </a:extLst>
          </p:cNvPr>
          <p:cNvSpPr>
            <a:spLocks noChangeAspect="1"/>
          </p:cNvSpPr>
          <p:nvPr userDrawn="1"/>
        </p:nvSpPr>
        <p:spPr bwMode="auto">
          <a:xfrm>
            <a:off x="9102937" y="3461189"/>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 name="Square">
            <a:extLst>
              <a:ext uri="{FF2B5EF4-FFF2-40B4-BE49-F238E27FC236}">
                <a16:creationId xmlns:a16="http://schemas.microsoft.com/office/drawing/2014/main" id="{E97C60D6-5152-44D5-A1A6-3BD0A6C4B24B}"/>
              </a:ext>
            </a:extLst>
          </p:cNvPr>
          <p:cNvSpPr>
            <a:spLocks noChangeAspect="1"/>
          </p:cNvSpPr>
          <p:nvPr userDrawn="1"/>
        </p:nvSpPr>
        <p:spPr bwMode="auto">
          <a:xfrm>
            <a:off x="8945438" y="3335076"/>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8646120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p:txBody>
          <a:bodyPr numCol="2" spcCol="941832"/>
          <a:lstStyle>
            <a:lvl1pPr marL="0" indent="0">
              <a:buFontTx/>
              <a:buNone/>
              <a:tabLst>
                <a:tab pos="5254625" algn="r"/>
              </a:tabLst>
              <a:defRPr/>
            </a:lvl1pPr>
            <a:lvl2pPr marL="182880" indent="-182563">
              <a:tabLst>
                <a:tab pos="5254625" algn="r"/>
              </a:tabLst>
              <a:defRPr/>
            </a:lvl2pPr>
            <a:lvl3pPr marL="365760" indent="-182563">
              <a:tabLst>
                <a:tab pos="5254625" algn="r"/>
              </a:tabLst>
              <a:defRPr/>
            </a:lvl3pPr>
            <a:lvl4pPr marL="548640" indent="-182563">
              <a:tabLst>
                <a:tab pos="5254625" algn="r"/>
              </a:tabLst>
              <a:defRPr/>
            </a:lvl4pPr>
            <a:lvl5pPr marL="731520" indent="-182563">
              <a:tabLst>
                <a:tab pos="5254625" algn="r"/>
              </a:tabLst>
              <a:defRPr/>
            </a:lvl5pPr>
            <a:lvl6pPr marL="914400" indent="-182563">
              <a:tabLst>
                <a:tab pos="5254625" algn="r"/>
              </a:tabLst>
              <a:defRPr/>
            </a:lvl6pPr>
            <a:lvl7pPr marL="1097280" indent="-182563">
              <a:tabLst>
                <a:tab pos="5254625" algn="r"/>
              </a:tabLst>
              <a:defRPr/>
            </a:lvl7pPr>
            <a:lvl8pPr marL="1280160" indent="-182563">
              <a:tabLst>
                <a:tab pos="5254625" algn="r"/>
              </a:tabLst>
              <a:defRPr/>
            </a:lvl8pPr>
            <a:lvl9pPr marL="1463040" indent="-182563">
              <a:tabLst>
                <a:tab pos="5254625" algn="r"/>
              </a:tabLst>
              <a:defRPr/>
            </a:lvl9pPr>
          </a:lstStyle>
          <a:p>
            <a:pPr lvl="0"/>
            <a:r>
              <a:rPr lang="en-US"/>
              <a:t>[Agenda item]</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1781280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Agenda with Numb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a:t>[Slide title]</a:t>
            </a:r>
          </a:p>
        </p:txBody>
      </p:sp>
      <p:sp>
        <p:nvSpPr>
          <p:cNvPr id="5" name="Text Placeholder 2">
            <a:extLst>
              <a:ext uri="{FF2B5EF4-FFF2-40B4-BE49-F238E27FC236}">
                <a16:creationId xmlns:a16="http://schemas.microsoft.com/office/drawing/2014/main" id="{2695E60E-E510-7E4B-B421-0DF40B4D308D}"/>
              </a:ext>
            </a:extLst>
          </p:cNvPr>
          <p:cNvSpPr>
            <a:spLocks noGrp="1"/>
          </p:cNvSpPr>
          <p:nvPr>
            <p:ph type="body" sz="quarter" idx="13" hasCustomPrompt="1"/>
          </p:nvPr>
        </p:nvSpPr>
        <p:spPr>
          <a:xfrm>
            <a:off x="365123"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8" name="Text Placeholder 3">
            <a:extLst>
              <a:ext uri="{FF2B5EF4-FFF2-40B4-BE49-F238E27FC236}">
                <a16:creationId xmlns:a16="http://schemas.microsoft.com/office/drawing/2014/main" id="{96C2B705-A98F-A343-BB8D-040C34C0B175}"/>
              </a:ext>
            </a:extLst>
          </p:cNvPr>
          <p:cNvSpPr>
            <a:spLocks noGrp="1"/>
          </p:cNvSpPr>
          <p:nvPr>
            <p:ph type="body" sz="quarter" idx="14" hasCustomPrompt="1"/>
          </p:nvPr>
        </p:nvSpPr>
        <p:spPr>
          <a:xfrm>
            <a:off x="1326515"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19" name="Text Placeholder 4">
            <a:extLst>
              <a:ext uri="{FF2B5EF4-FFF2-40B4-BE49-F238E27FC236}">
                <a16:creationId xmlns:a16="http://schemas.microsoft.com/office/drawing/2014/main" id="{DC00CE7C-F603-9045-B3E9-0BC59BC1ECC2}"/>
              </a:ext>
            </a:extLst>
          </p:cNvPr>
          <p:cNvSpPr>
            <a:spLocks noGrp="1"/>
          </p:cNvSpPr>
          <p:nvPr>
            <p:ph type="body" sz="quarter" idx="15" hasCustomPrompt="1"/>
          </p:nvPr>
        </p:nvSpPr>
        <p:spPr>
          <a:xfrm>
            <a:off x="365123"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0" name="Text Placeholder 5">
            <a:extLst>
              <a:ext uri="{FF2B5EF4-FFF2-40B4-BE49-F238E27FC236}">
                <a16:creationId xmlns:a16="http://schemas.microsoft.com/office/drawing/2014/main" id="{C0628A18-A089-6F47-A491-6679F8BE5241}"/>
              </a:ext>
            </a:extLst>
          </p:cNvPr>
          <p:cNvSpPr>
            <a:spLocks noGrp="1"/>
          </p:cNvSpPr>
          <p:nvPr>
            <p:ph type="body" sz="quarter" idx="16" hasCustomPrompt="1"/>
          </p:nvPr>
        </p:nvSpPr>
        <p:spPr>
          <a:xfrm>
            <a:off x="1326515"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6">
            <a:extLst>
              <a:ext uri="{FF2B5EF4-FFF2-40B4-BE49-F238E27FC236}">
                <a16:creationId xmlns:a16="http://schemas.microsoft.com/office/drawing/2014/main" id="{EFFB5F26-8403-E649-811E-04B388EA4886}"/>
              </a:ext>
            </a:extLst>
          </p:cNvPr>
          <p:cNvSpPr>
            <a:spLocks noGrp="1"/>
          </p:cNvSpPr>
          <p:nvPr>
            <p:ph type="body" sz="quarter" idx="17" hasCustomPrompt="1"/>
          </p:nvPr>
        </p:nvSpPr>
        <p:spPr>
          <a:xfrm>
            <a:off x="365123"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2" name="Text Placeholder 7">
            <a:extLst>
              <a:ext uri="{FF2B5EF4-FFF2-40B4-BE49-F238E27FC236}">
                <a16:creationId xmlns:a16="http://schemas.microsoft.com/office/drawing/2014/main" id="{98801EC4-DC77-D74D-AAE3-D3242E7C6BED}"/>
              </a:ext>
            </a:extLst>
          </p:cNvPr>
          <p:cNvSpPr>
            <a:spLocks noGrp="1"/>
          </p:cNvSpPr>
          <p:nvPr>
            <p:ph type="body" sz="quarter" idx="18" hasCustomPrompt="1"/>
          </p:nvPr>
        </p:nvSpPr>
        <p:spPr>
          <a:xfrm>
            <a:off x="1326515"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8">
            <a:extLst>
              <a:ext uri="{FF2B5EF4-FFF2-40B4-BE49-F238E27FC236}">
                <a16:creationId xmlns:a16="http://schemas.microsoft.com/office/drawing/2014/main" id="{597A8856-BC59-544B-96DE-A55B095CAB79}"/>
              </a:ext>
            </a:extLst>
          </p:cNvPr>
          <p:cNvSpPr>
            <a:spLocks noGrp="1"/>
          </p:cNvSpPr>
          <p:nvPr>
            <p:ph type="body" sz="quarter" idx="19" hasCustomPrompt="1"/>
          </p:nvPr>
        </p:nvSpPr>
        <p:spPr>
          <a:xfrm>
            <a:off x="4287264"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4" name="Text Placeholder 9">
            <a:extLst>
              <a:ext uri="{FF2B5EF4-FFF2-40B4-BE49-F238E27FC236}">
                <a16:creationId xmlns:a16="http://schemas.microsoft.com/office/drawing/2014/main" id="{D5E8C215-DFA8-314E-AA9B-6F0CF07C9CE8}"/>
              </a:ext>
            </a:extLst>
          </p:cNvPr>
          <p:cNvSpPr>
            <a:spLocks noGrp="1"/>
          </p:cNvSpPr>
          <p:nvPr>
            <p:ph type="body" sz="quarter" idx="20" hasCustomPrompt="1"/>
          </p:nvPr>
        </p:nvSpPr>
        <p:spPr>
          <a:xfrm>
            <a:off x="5248656"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6" name="Text Placeholder 10">
            <a:extLst>
              <a:ext uri="{FF2B5EF4-FFF2-40B4-BE49-F238E27FC236}">
                <a16:creationId xmlns:a16="http://schemas.microsoft.com/office/drawing/2014/main" id="{584E3269-C598-3841-9F27-6E228580405E}"/>
              </a:ext>
            </a:extLst>
          </p:cNvPr>
          <p:cNvSpPr>
            <a:spLocks noGrp="1"/>
          </p:cNvSpPr>
          <p:nvPr>
            <p:ph type="body" sz="quarter" idx="21" hasCustomPrompt="1"/>
          </p:nvPr>
        </p:nvSpPr>
        <p:spPr>
          <a:xfrm>
            <a:off x="4287264"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7" name="Text Placeholder 11">
            <a:extLst>
              <a:ext uri="{FF2B5EF4-FFF2-40B4-BE49-F238E27FC236}">
                <a16:creationId xmlns:a16="http://schemas.microsoft.com/office/drawing/2014/main" id="{9721531C-68EA-984A-B4CF-EAD1792E8631}"/>
              </a:ext>
            </a:extLst>
          </p:cNvPr>
          <p:cNvSpPr>
            <a:spLocks noGrp="1"/>
          </p:cNvSpPr>
          <p:nvPr>
            <p:ph type="body" sz="quarter" idx="22" hasCustomPrompt="1"/>
          </p:nvPr>
        </p:nvSpPr>
        <p:spPr>
          <a:xfrm>
            <a:off x="5248656"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8" name="Text Placeholder 12">
            <a:extLst>
              <a:ext uri="{FF2B5EF4-FFF2-40B4-BE49-F238E27FC236}">
                <a16:creationId xmlns:a16="http://schemas.microsoft.com/office/drawing/2014/main" id="{A0F39328-38EB-7E43-9CB2-DE7D43933326}"/>
              </a:ext>
            </a:extLst>
          </p:cNvPr>
          <p:cNvSpPr>
            <a:spLocks noGrp="1"/>
          </p:cNvSpPr>
          <p:nvPr>
            <p:ph type="body" sz="quarter" idx="23" hasCustomPrompt="1"/>
          </p:nvPr>
        </p:nvSpPr>
        <p:spPr>
          <a:xfrm>
            <a:off x="4287264"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9" name="Text Placeholder 13">
            <a:extLst>
              <a:ext uri="{FF2B5EF4-FFF2-40B4-BE49-F238E27FC236}">
                <a16:creationId xmlns:a16="http://schemas.microsoft.com/office/drawing/2014/main" id="{332D11D1-B674-1E45-AACA-52B44BDFE76C}"/>
              </a:ext>
            </a:extLst>
          </p:cNvPr>
          <p:cNvSpPr>
            <a:spLocks noGrp="1"/>
          </p:cNvSpPr>
          <p:nvPr>
            <p:ph type="body" sz="quarter" idx="24" hasCustomPrompt="1"/>
          </p:nvPr>
        </p:nvSpPr>
        <p:spPr>
          <a:xfrm>
            <a:off x="5248656"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14">
            <a:extLst>
              <a:ext uri="{FF2B5EF4-FFF2-40B4-BE49-F238E27FC236}">
                <a16:creationId xmlns:a16="http://schemas.microsoft.com/office/drawing/2014/main" id="{12885F1B-631D-C34B-96AD-D266BC1B1CAE}"/>
              </a:ext>
            </a:extLst>
          </p:cNvPr>
          <p:cNvSpPr>
            <a:spLocks noGrp="1"/>
          </p:cNvSpPr>
          <p:nvPr>
            <p:ph type="body" sz="quarter" idx="25" hasCustomPrompt="1"/>
          </p:nvPr>
        </p:nvSpPr>
        <p:spPr>
          <a:xfrm>
            <a:off x="8210040"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1" name="Text Placeholder 15">
            <a:extLst>
              <a:ext uri="{FF2B5EF4-FFF2-40B4-BE49-F238E27FC236}">
                <a16:creationId xmlns:a16="http://schemas.microsoft.com/office/drawing/2014/main" id="{2F4A84C8-20C8-8345-8106-0CB618E2682C}"/>
              </a:ext>
            </a:extLst>
          </p:cNvPr>
          <p:cNvSpPr>
            <a:spLocks noGrp="1"/>
          </p:cNvSpPr>
          <p:nvPr>
            <p:ph type="body" sz="quarter" idx="26" hasCustomPrompt="1"/>
          </p:nvPr>
        </p:nvSpPr>
        <p:spPr>
          <a:xfrm>
            <a:off x="9171432"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16">
            <a:extLst>
              <a:ext uri="{FF2B5EF4-FFF2-40B4-BE49-F238E27FC236}">
                <a16:creationId xmlns:a16="http://schemas.microsoft.com/office/drawing/2014/main" id="{821610F8-8CE7-9343-B496-FCC4D9C5D5D7}"/>
              </a:ext>
            </a:extLst>
          </p:cNvPr>
          <p:cNvSpPr>
            <a:spLocks noGrp="1"/>
          </p:cNvSpPr>
          <p:nvPr>
            <p:ph type="body" sz="quarter" idx="27" hasCustomPrompt="1"/>
          </p:nvPr>
        </p:nvSpPr>
        <p:spPr>
          <a:xfrm>
            <a:off x="8210040"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3" name="Text Placeholder 17">
            <a:extLst>
              <a:ext uri="{FF2B5EF4-FFF2-40B4-BE49-F238E27FC236}">
                <a16:creationId xmlns:a16="http://schemas.microsoft.com/office/drawing/2014/main" id="{EB8F9E72-51E8-ED42-B820-2E886AED336E}"/>
              </a:ext>
            </a:extLst>
          </p:cNvPr>
          <p:cNvSpPr>
            <a:spLocks noGrp="1"/>
          </p:cNvSpPr>
          <p:nvPr>
            <p:ph type="body" sz="quarter" idx="28" hasCustomPrompt="1"/>
          </p:nvPr>
        </p:nvSpPr>
        <p:spPr>
          <a:xfrm>
            <a:off x="9171432"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18">
            <a:extLst>
              <a:ext uri="{FF2B5EF4-FFF2-40B4-BE49-F238E27FC236}">
                <a16:creationId xmlns:a16="http://schemas.microsoft.com/office/drawing/2014/main" id="{A9634672-75E2-F144-A6B5-F38AE7EEF7F8}"/>
              </a:ext>
            </a:extLst>
          </p:cNvPr>
          <p:cNvSpPr>
            <a:spLocks noGrp="1"/>
          </p:cNvSpPr>
          <p:nvPr>
            <p:ph type="body" sz="quarter" idx="29" hasCustomPrompt="1"/>
          </p:nvPr>
        </p:nvSpPr>
        <p:spPr>
          <a:xfrm>
            <a:off x="8210040"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5" name="Text Placeholder 19">
            <a:extLst>
              <a:ext uri="{FF2B5EF4-FFF2-40B4-BE49-F238E27FC236}">
                <a16:creationId xmlns:a16="http://schemas.microsoft.com/office/drawing/2014/main" id="{60E4E1B8-67AC-DB4C-9F68-51E2CCF3AB02}"/>
              </a:ext>
            </a:extLst>
          </p:cNvPr>
          <p:cNvSpPr>
            <a:spLocks noGrp="1"/>
          </p:cNvSpPr>
          <p:nvPr>
            <p:ph type="body" sz="quarter" idx="30" hasCustomPrompt="1"/>
          </p:nvPr>
        </p:nvSpPr>
        <p:spPr>
          <a:xfrm>
            <a:off x="9171432"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Tree>
    <p:extLst>
      <p:ext uri="{BB962C8B-B14F-4D97-AF65-F5344CB8AC3E}">
        <p14:creationId xmlns:p14="http://schemas.microsoft.com/office/powerpoint/2010/main" val="1032489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506">
          <p15:clr>
            <a:srgbClr val="FBAE40"/>
          </p15:clr>
        </p15:guide>
        <p15:guide id="2" pos="2700">
          <p15:clr>
            <a:srgbClr val="FBAE40"/>
          </p15:clr>
        </p15:guide>
        <p15:guide id="3" orient="horz" pos="1266">
          <p15:clr>
            <a:srgbClr val="FBAE40"/>
          </p15:clr>
        </p15:guide>
        <p15:guide id="5" orient="horz" pos="4148">
          <p15:clr>
            <a:srgbClr val="FBAE40"/>
          </p15:clr>
        </p15:guide>
        <p15:guide id="6" pos="4978">
          <p15:clr>
            <a:srgbClr val="FBAE40"/>
          </p15:clr>
        </p15:guide>
        <p15:guide id="7" pos="5172">
          <p15:clr>
            <a:srgbClr val="FBAE40"/>
          </p15:clr>
        </p15:guide>
        <p15:guide id="8" orient="horz" pos="3688">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11457432" cy="914400"/>
          </a:xfrm>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828800"/>
            <a:ext cx="850392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56719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pos="5588">
          <p15:clr>
            <a:srgbClr val="FBAE40"/>
          </p15:clr>
        </p15:guide>
        <p15:guide id="4" orient="horz" pos="4148">
          <p15:clr>
            <a:srgbClr val="FBAE40"/>
          </p15:clr>
        </p15:guide>
        <p15:guide id="5" pos="5788">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557784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5352" y="1828800"/>
            <a:ext cx="557784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8256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8211312" y="1828800"/>
            <a:ext cx="361188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81556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10128"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45352"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86810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4">
          <p15:clr>
            <a:srgbClr val="FBAE40"/>
          </p15:clr>
        </p15:guide>
        <p15:guide id="2" pos="1890">
          <p15:clr>
            <a:srgbClr val="FBAE40"/>
          </p15:clr>
        </p15:guide>
        <p15:guide id="3" pos="5594">
          <p15:clr>
            <a:srgbClr val="FBAE40"/>
          </p15:clr>
        </p15:guide>
        <p15:guide id="4" pos="5788">
          <p15:clr>
            <a:srgbClr val="FBAE40"/>
          </p15:clr>
        </p15:guide>
        <p15:guide id="5" pos="3744">
          <p15:clr>
            <a:srgbClr val="FBAE40"/>
          </p15:clr>
        </p15:guide>
        <p15:guide id="6" pos="3934">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Sidebar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F123-E2C1-8448-BA4B-9ECBEA28E81D}"/>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7534656"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8211312"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25527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4978">
          <p15:clr>
            <a:srgbClr val="FBAE40"/>
          </p15:clr>
        </p15:guide>
        <p15:guide id="4" pos="5172">
          <p15:clr>
            <a:srgbClr val="FBAE40"/>
          </p15:clr>
        </p15:guide>
        <p15:guide id="5" orient="horz" pos="3832">
          <p15:clr>
            <a:srgbClr val="FBAE40"/>
          </p15:clr>
        </p15:guide>
        <p15:guide id="6" orient="horz" pos="1152">
          <p15:clr>
            <a:srgbClr val="FBAE40"/>
          </p15:clr>
        </p15:guide>
        <p15:guide id="7" orient="horz" pos="4148">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7534656"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368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Content and Big Statement">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89B539CA-0534-5E4A-B663-3F3275090CF1}"/>
              </a:ext>
              <a:ext uri="{C183D7F6-B498-43B3-948B-1728B52AA6E4}">
                <adec:decorative xmlns:adec="http://schemas.microsoft.com/office/drawing/2017/decorative" val="1"/>
              </a:ext>
            </a:extLst>
          </p:cNvPr>
          <p:cNvSpPr/>
          <p:nvPr userDrawn="1"/>
        </p:nvSpPr>
        <p:spPr bwMode="hidden">
          <a:xfrm>
            <a:off x="6096000" y="0"/>
            <a:ext cx="6095999" cy="685799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5425440" cy="13716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2286000"/>
            <a:ext cx="5425440" cy="37947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6400800" y="365125"/>
            <a:ext cx="5422392" cy="5715635"/>
          </a:xfrm>
        </p:spPr>
        <p:txBody>
          <a:bodyPr/>
          <a:lstStyle>
            <a:lvl1pPr marL="0" indent="0">
              <a:lnSpc>
                <a:spcPct val="90000"/>
              </a:lnSpc>
              <a:spcBef>
                <a:spcPts val="0"/>
              </a:spcBef>
              <a:buNone/>
              <a:defRPr sz="5400">
                <a:solidFill>
                  <a:schemeClr val="bg1"/>
                </a:solidFill>
              </a:defRPr>
            </a:lvl1pPr>
            <a:lvl2pPr marL="182880">
              <a:spcBef>
                <a:spcPts val="1200"/>
              </a:spcBef>
              <a:defRPr>
                <a:solidFill>
                  <a:schemeClr val="bg1"/>
                </a:solidFill>
              </a:defRPr>
            </a:lvl2pPr>
            <a:lvl3pPr marL="365760">
              <a:defRPr>
                <a:solidFill>
                  <a:schemeClr val="bg1"/>
                </a:solidFill>
              </a:defRPr>
            </a:lvl3pPr>
            <a:lvl4pPr marL="548640">
              <a:defRPr>
                <a:solidFill>
                  <a:schemeClr val="bg1"/>
                </a:solidFill>
              </a:defRPr>
            </a:lvl4pPr>
            <a:lvl5pPr marL="731520">
              <a:defRPr>
                <a:solidFill>
                  <a:schemeClr val="bg1"/>
                </a:solidFill>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Slide Number Placeholder 10">
            <a:extLst>
              <a:ext uri="{FF2B5EF4-FFF2-40B4-BE49-F238E27FC236}">
                <a16:creationId xmlns:a16="http://schemas.microsoft.com/office/drawing/2014/main" id="{95469DE3-42AA-6A44-9155-4EF809893A4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bg1"/>
                </a:solidFill>
                <a:latin typeface="+mn-lt"/>
                <a:cs typeface="Trebuchet MS"/>
              </a:rPr>
              <a:t> </a:t>
            </a:r>
            <a:fld id="{110FD68B-4EE4-9D43-89F2-B87D6C9CEE3A}" type="slidenum">
              <a:rPr lang="en-US" sz="800" smtClean="0">
                <a:solidFill>
                  <a:schemeClr val="bg1"/>
                </a:solidFill>
                <a:latin typeface="+mn-lt"/>
                <a:cs typeface="Trebuchet MS"/>
              </a:rPr>
              <a:pPr algn="r"/>
              <a:t>‹#›</a:t>
            </a:fld>
            <a:endParaRPr lang="en-US" sz="800">
              <a:solidFill>
                <a:schemeClr val="bg1"/>
              </a:solidFill>
              <a:latin typeface="+mn-lt"/>
              <a:cs typeface="Trebuchet MS"/>
            </a:endParaRPr>
          </a:p>
        </p:txBody>
      </p:sp>
    </p:spTree>
    <p:extLst>
      <p:ext uri="{BB962C8B-B14F-4D97-AF65-F5344CB8AC3E}">
        <p14:creationId xmlns:p14="http://schemas.microsoft.com/office/powerpoint/2010/main" val="702209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648">
          <p15:clr>
            <a:srgbClr val="FBAE40"/>
          </p15:clr>
        </p15:guide>
        <p15:guide id="2" pos="4032">
          <p15:clr>
            <a:srgbClr val="FBAE40"/>
          </p15:clr>
        </p15:guide>
        <p15:guide id="3" orient="horz" pos="3832">
          <p15:clr>
            <a:srgbClr val="FBAE40"/>
          </p15:clr>
        </p15:guide>
        <p15:guide id="4" orient="horz" pos="1440">
          <p15:clr>
            <a:srgbClr val="FBAE40"/>
          </p15:clr>
        </p15:guide>
        <p15:guide id="5" orient="horz" pos="4148">
          <p15:clr>
            <a:srgbClr val="FBAE40"/>
          </p15:clr>
        </p15:guide>
        <p15:guide id="6" pos="38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Big Statement">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8503920" cy="5715635"/>
          </a:xfrm>
        </p:spPr>
        <p:txBody>
          <a:bodyPr/>
          <a:lstStyle>
            <a:lvl1pPr marL="0" indent="0">
              <a:lnSpc>
                <a:spcPct val="90000"/>
              </a:lnSpc>
              <a:spcBef>
                <a:spcPts val="0"/>
              </a:spcBef>
              <a:buFontTx/>
              <a:buNone/>
              <a:defRPr sz="5400" b="0" spc="0" baseline="0">
                <a:solidFill>
                  <a:schemeClr val="tx1"/>
                </a:solidFill>
                <a:latin typeface="+mn-lt"/>
              </a:defRPr>
            </a:lvl1pPr>
            <a:lvl2pPr marL="182880">
              <a:spcBef>
                <a:spcPts val="1200"/>
              </a:spcBef>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15677749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5588">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Big Statement and Photo">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5578476" cy="5715635"/>
          </a:xfrm>
        </p:spPr>
        <p:txBody>
          <a:bodyPr/>
          <a:lstStyle>
            <a:lvl1pPr marL="0" indent="0">
              <a:lnSpc>
                <a:spcPct val="90000"/>
              </a:lnSpc>
              <a:spcBef>
                <a:spcPts val="0"/>
              </a:spcBef>
              <a:buFontTx/>
              <a:buNone/>
              <a:defRPr sz="5400" b="0" spc="0" baseline="0">
                <a:solidFill>
                  <a:schemeClr val="tx1"/>
                </a:solidFill>
                <a:latin typeface="+mn-lt"/>
              </a:defRPr>
            </a:lvl1pPr>
            <a:lvl2pPr marL="182880">
              <a:spcBef>
                <a:spcPts val="1200"/>
              </a:spcBef>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Picture Placeholder 2">
            <a:extLst>
              <a:ext uri="{FF2B5EF4-FFF2-40B4-BE49-F238E27FC236}">
                <a16:creationId xmlns:a16="http://schemas.microsoft.com/office/drawing/2014/main" id="{85703ED2-2085-054E-9C34-0E934DFAD104}"/>
              </a:ext>
            </a:extLst>
          </p:cNvPr>
          <p:cNvSpPr>
            <a:spLocks noGrp="1"/>
          </p:cNvSpPr>
          <p:nvPr>
            <p:ph type="pic" sz="quarter" idx="13" hasCustomPrompt="1"/>
          </p:nvPr>
        </p:nvSpPr>
        <p:spPr>
          <a:xfrm>
            <a:off x="6245225" y="2880360"/>
            <a:ext cx="5578475" cy="3200400"/>
          </a:xfrm>
          <a:solidFill>
            <a:srgbClr val="7A7480"/>
          </a:solidFill>
        </p:spPr>
        <p:txBody>
          <a:bodyPr anchor="ctr" anchorCtr="0">
            <a:normAutofit/>
          </a:bodyPr>
          <a:lstStyle>
            <a:lvl1pPr marL="0" indent="0" algn="ctr">
              <a:buFontTx/>
              <a:buNone/>
              <a:defRPr sz="1200">
                <a:solidFill>
                  <a:schemeClr val="tx1"/>
                </a:solidFill>
              </a:defRPr>
            </a:lvl1pPr>
          </a:lstStyle>
          <a:p>
            <a:r>
              <a:rPr lang="en-US"/>
              <a:t>[Click icon to insert photo]</a:t>
            </a:r>
          </a:p>
        </p:txBody>
      </p:sp>
    </p:spTree>
    <p:extLst>
      <p:ext uri="{BB962C8B-B14F-4D97-AF65-F5344CB8AC3E}">
        <p14:creationId xmlns:p14="http://schemas.microsoft.com/office/powerpoint/2010/main" val="9358679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3744">
          <p15:clr>
            <a:srgbClr val="FBAE40"/>
          </p15:clr>
        </p15:guide>
        <p15:guide id="6" pos="3934">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Black matrix slide ">
    <p:bg>
      <p:bgPr>
        <a:solidFill>
          <a:srgbClr val="231F20"/>
        </a:solidFill>
        <a:effectLst/>
      </p:bgPr>
    </p:bg>
    <p:spTree>
      <p:nvGrpSpPr>
        <p:cNvPr id="1" name=""/>
        <p:cNvGrpSpPr/>
        <p:nvPr/>
      </p:nvGrpSpPr>
      <p:grpSpPr>
        <a:xfrm>
          <a:off x="0" y="0"/>
          <a:ext cx="0" cy="0"/>
          <a:chOff x="0" y="0"/>
          <a:chExt cx="0" cy="0"/>
        </a:xfrm>
      </p:grpSpPr>
      <p:sp>
        <p:nvSpPr>
          <p:cNvPr id="36" name="Shape 254">
            <a:extLst>
              <a:ext uri="{FF2B5EF4-FFF2-40B4-BE49-F238E27FC236}">
                <a16:creationId xmlns:a16="http://schemas.microsoft.com/office/drawing/2014/main" id="{3654D345-857C-AD48-BF41-7384F4B8FC7E}"/>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a:latin typeface="Arial" panose="020B0604020202020204" pitchFamily="34" charset="0"/>
              <a:cs typeface="Arial" panose="020B0604020202020204" pitchFamily="34" charset="0"/>
            </a:endParaRPr>
          </a:p>
        </p:txBody>
      </p:sp>
      <p:grpSp>
        <p:nvGrpSpPr>
          <p:cNvPr id="15" name="Group 14">
            <a:extLst>
              <a:ext uri="{FF2B5EF4-FFF2-40B4-BE49-F238E27FC236}">
                <a16:creationId xmlns:a16="http://schemas.microsoft.com/office/drawing/2014/main" id="{07DD0EA4-E8C6-6144-8A55-68EC0BD75623}"/>
              </a:ext>
            </a:extLst>
          </p:cNvPr>
          <p:cNvGrpSpPr/>
          <p:nvPr userDrawn="1"/>
        </p:nvGrpSpPr>
        <p:grpSpPr>
          <a:xfrm>
            <a:off x="4276115" y="2272177"/>
            <a:ext cx="3634508" cy="3229764"/>
            <a:chOff x="4523760" y="2165131"/>
            <a:chExt cx="3139218" cy="3300132"/>
          </a:xfrm>
        </p:grpSpPr>
        <p:grpSp>
          <p:nvGrpSpPr>
            <p:cNvPr id="16" name="Group 15">
              <a:extLst>
                <a:ext uri="{FF2B5EF4-FFF2-40B4-BE49-F238E27FC236}">
                  <a16:creationId xmlns:a16="http://schemas.microsoft.com/office/drawing/2014/main" id="{12CE0F8A-9749-2841-ADE4-5DABA3F59900}"/>
                </a:ext>
              </a:extLst>
            </p:cNvPr>
            <p:cNvGrpSpPr/>
            <p:nvPr/>
          </p:nvGrpSpPr>
          <p:grpSpPr>
            <a:xfrm rot="10800000">
              <a:off x="6616255" y="2165131"/>
              <a:ext cx="1046723" cy="3300132"/>
              <a:chOff x="5319301" y="2165131"/>
              <a:chExt cx="1046723" cy="3300132"/>
            </a:xfrm>
          </p:grpSpPr>
          <p:sp>
            <p:nvSpPr>
              <p:cNvPr id="23" name="Freeform 22">
                <a:extLst>
                  <a:ext uri="{FF2B5EF4-FFF2-40B4-BE49-F238E27FC236}">
                    <a16:creationId xmlns:a16="http://schemas.microsoft.com/office/drawing/2014/main" id="{C098769E-92CD-8F41-93BC-58F6E171AF4C}"/>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24" name="Freeform 23">
                <a:extLst>
                  <a:ext uri="{FF2B5EF4-FFF2-40B4-BE49-F238E27FC236}">
                    <a16:creationId xmlns:a16="http://schemas.microsoft.com/office/drawing/2014/main" id="{8C7E4065-7786-324C-81B7-8A3F60B60784}"/>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grpSp>
          <p:nvGrpSpPr>
            <p:cNvPr id="17" name="Group 16">
              <a:extLst>
                <a:ext uri="{FF2B5EF4-FFF2-40B4-BE49-F238E27FC236}">
                  <a16:creationId xmlns:a16="http://schemas.microsoft.com/office/drawing/2014/main" id="{43891A5D-A47C-CE46-9D89-BC4054326B32}"/>
                </a:ext>
              </a:extLst>
            </p:cNvPr>
            <p:cNvGrpSpPr/>
            <p:nvPr/>
          </p:nvGrpSpPr>
          <p:grpSpPr>
            <a:xfrm>
              <a:off x="4523760" y="2165131"/>
              <a:ext cx="3139218" cy="3300132"/>
              <a:chOff x="4523760" y="2165131"/>
              <a:chExt cx="3139218" cy="3300132"/>
            </a:xfrm>
          </p:grpSpPr>
          <p:sp>
            <p:nvSpPr>
              <p:cNvPr id="18" name="Freeform 17">
                <a:extLst>
                  <a:ext uri="{FF2B5EF4-FFF2-40B4-BE49-F238E27FC236}">
                    <a16:creationId xmlns:a16="http://schemas.microsoft.com/office/drawing/2014/main" id="{2AAE9772-3782-544A-ACF3-536CB51CB024}"/>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9" name="Freeform 18">
                <a:extLst>
                  <a:ext uri="{FF2B5EF4-FFF2-40B4-BE49-F238E27FC236}">
                    <a16:creationId xmlns:a16="http://schemas.microsoft.com/office/drawing/2014/main" id="{78CE2C25-6F54-8747-B804-56A15454E2FC}"/>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nvGrpSpPr>
              <p:cNvPr id="20" name="Group 19">
                <a:extLst>
                  <a:ext uri="{FF2B5EF4-FFF2-40B4-BE49-F238E27FC236}">
                    <a16:creationId xmlns:a16="http://schemas.microsoft.com/office/drawing/2014/main" id="{E8CEF591-02C0-5A4E-9D30-BF8404CB082A}"/>
                  </a:ext>
                </a:extLst>
              </p:cNvPr>
              <p:cNvGrpSpPr/>
              <p:nvPr/>
            </p:nvGrpSpPr>
            <p:grpSpPr>
              <a:xfrm>
                <a:off x="4523760" y="3772576"/>
                <a:ext cx="3139218" cy="0"/>
                <a:chOff x="4523760" y="3772576"/>
                <a:chExt cx="3139218" cy="0"/>
              </a:xfrm>
            </p:grpSpPr>
            <p:cxnSp>
              <p:nvCxnSpPr>
                <p:cNvPr id="21" name="Straight Connector 20">
                  <a:extLst>
                    <a:ext uri="{FF2B5EF4-FFF2-40B4-BE49-F238E27FC236}">
                      <a16:creationId xmlns:a16="http://schemas.microsoft.com/office/drawing/2014/main" id="{12974C4C-126A-9B4C-BB85-E4588AC80AE5}"/>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22" name="Straight Connector 21">
                  <a:extLst>
                    <a:ext uri="{FF2B5EF4-FFF2-40B4-BE49-F238E27FC236}">
                      <a16:creationId xmlns:a16="http://schemas.microsoft.com/office/drawing/2014/main" id="{3889D689-652E-AA41-93D0-8D00C6D2E752}"/>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25" name="Title 1">
            <a:extLst>
              <a:ext uri="{FF2B5EF4-FFF2-40B4-BE49-F238E27FC236}">
                <a16:creationId xmlns:a16="http://schemas.microsoft.com/office/drawing/2014/main" id="{7C8CF3D2-BEBA-C349-B2D6-0B549233818C}"/>
              </a:ext>
            </a:extLst>
          </p:cNvPr>
          <p:cNvSpPr>
            <a:spLocks noGrp="1"/>
          </p:cNvSpPr>
          <p:nvPr>
            <p:ph type="title" hasCustomPrompt="1"/>
          </p:nvPr>
        </p:nvSpPr>
        <p:spPr>
          <a:xfrm>
            <a:off x="365760" y="365760"/>
            <a:ext cx="11457432" cy="914400"/>
          </a:xfrm>
        </p:spPr>
        <p:txBody>
          <a:bodyPr/>
          <a:lstStyle/>
          <a:p>
            <a:r>
              <a:rPr lang="en-US"/>
              <a:t>[Slide title]</a:t>
            </a:r>
          </a:p>
        </p:txBody>
      </p:sp>
      <p:sp>
        <p:nvSpPr>
          <p:cNvPr id="28" name="Text Placeholder 3">
            <a:extLst>
              <a:ext uri="{FF2B5EF4-FFF2-40B4-BE49-F238E27FC236}">
                <a16:creationId xmlns:a16="http://schemas.microsoft.com/office/drawing/2014/main" id="{722AE925-73E6-1E40-B1D3-2D4167D79D3C}"/>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9" name="Text Placeholder 3">
            <a:extLst>
              <a:ext uri="{FF2B5EF4-FFF2-40B4-BE49-F238E27FC236}">
                <a16:creationId xmlns:a16="http://schemas.microsoft.com/office/drawing/2014/main" id="{D8198605-B885-9A41-8D8A-D035A91904C0}"/>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3">
            <a:extLst>
              <a:ext uri="{FF2B5EF4-FFF2-40B4-BE49-F238E27FC236}">
                <a16:creationId xmlns:a16="http://schemas.microsoft.com/office/drawing/2014/main" id="{6129372C-1EEE-8D46-8BE0-E15A7B7EE08C}"/>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1" name="Text Placeholder 3">
            <a:extLst>
              <a:ext uri="{FF2B5EF4-FFF2-40B4-BE49-F238E27FC236}">
                <a16:creationId xmlns:a16="http://schemas.microsoft.com/office/drawing/2014/main" id="{59053C17-DAF2-5640-99DA-51CFD6E4D740}"/>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3">
            <a:extLst>
              <a:ext uri="{FF2B5EF4-FFF2-40B4-BE49-F238E27FC236}">
                <a16:creationId xmlns:a16="http://schemas.microsoft.com/office/drawing/2014/main" id="{B430F098-CBE4-764A-8AFE-7AE021AD1D23}"/>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3" name="Text Placeholder 3">
            <a:extLst>
              <a:ext uri="{FF2B5EF4-FFF2-40B4-BE49-F238E27FC236}">
                <a16:creationId xmlns:a16="http://schemas.microsoft.com/office/drawing/2014/main" id="{F8F3784F-29C6-2A4E-8652-9006987E615A}"/>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3">
            <a:extLst>
              <a:ext uri="{FF2B5EF4-FFF2-40B4-BE49-F238E27FC236}">
                <a16:creationId xmlns:a16="http://schemas.microsoft.com/office/drawing/2014/main" id="{486FE411-AEA1-074C-8E1E-AB726E404A6D}"/>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defRPr>
            </a:lvl1pPr>
            <a:lvl2pPr marL="0" indent="0" algn="ctr">
              <a:spcBef>
                <a:spcPts val="0"/>
              </a:spcBef>
              <a:buFontTx/>
              <a:buNone/>
              <a:defRPr sz="1400">
                <a:solidFill>
                  <a:schemeClr val="bg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35" name="Text Placeholder 3">
            <a:extLst>
              <a:ext uri="{FF2B5EF4-FFF2-40B4-BE49-F238E27FC236}">
                <a16:creationId xmlns:a16="http://schemas.microsoft.com/office/drawing/2014/main" id="{0127D421-D043-2348-8234-BD3E2C07B56B}"/>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8088317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5588">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White matrix">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3DAF5ADD-F8F2-F343-8BFE-07BA26E6706E}"/>
              </a:ext>
            </a:extLst>
          </p:cNvPr>
          <p:cNvSpPr/>
          <p:nvPr userDrawn="1"/>
        </p:nvSpPr>
        <p:spPr>
          <a:xfrm>
            <a:off x="8077011"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0" name="Rectangle 29">
            <a:extLst>
              <a:ext uri="{FF2B5EF4-FFF2-40B4-BE49-F238E27FC236}">
                <a16:creationId xmlns:a16="http://schemas.microsoft.com/office/drawing/2014/main" id="{17D3E450-F0B4-AE4F-A018-48E5825AD249}"/>
              </a:ext>
            </a:extLst>
          </p:cNvPr>
          <p:cNvSpPr/>
          <p:nvPr userDrawn="1"/>
        </p:nvSpPr>
        <p:spPr>
          <a:xfrm>
            <a:off x="8077011"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1" name="Rectangle 30">
            <a:extLst>
              <a:ext uri="{FF2B5EF4-FFF2-40B4-BE49-F238E27FC236}">
                <a16:creationId xmlns:a16="http://schemas.microsoft.com/office/drawing/2014/main" id="{EB2F3EF2-AD8F-BA42-80FD-6B2B75404CBE}"/>
              </a:ext>
            </a:extLst>
          </p:cNvPr>
          <p:cNvSpPr/>
          <p:nvPr userDrawn="1"/>
        </p:nvSpPr>
        <p:spPr>
          <a:xfrm>
            <a:off x="8077011"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7" name="Rectangle 26">
            <a:extLst>
              <a:ext uri="{FF2B5EF4-FFF2-40B4-BE49-F238E27FC236}">
                <a16:creationId xmlns:a16="http://schemas.microsoft.com/office/drawing/2014/main" id="{A939AD89-F192-FF4C-9FDE-8CDC37E3A118}"/>
              </a:ext>
            </a:extLst>
          </p:cNvPr>
          <p:cNvSpPr/>
          <p:nvPr userDrawn="1"/>
        </p:nvSpPr>
        <p:spPr>
          <a:xfrm>
            <a:off x="1169584"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8" name="Rectangle 27">
            <a:extLst>
              <a:ext uri="{FF2B5EF4-FFF2-40B4-BE49-F238E27FC236}">
                <a16:creationId xmlns:a16="http://schemas.microsoft.com/office/drawing/2014/main" id="{0F78E8BA-7299-5B4B-90EF-16DDCFF61B65}"/>
              </a:ext>
            </a:extLst>
          </p:cNvPr>
          <p:cNvSpPr/>
          <p:nvPr userDrawn="1"/>
        </p:nvSpPr>
        <p:spPr>
          <a:xfrm>
            <a:off x="1169584"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 name="Rectangle 1">
            <a:extLst>
              <a:ext uri="{FF2B5EF4-FFF2-40B4-BE49-F238E27FC236}">
                <a16:creationId xmlns:a16="http://schemas.microsoft.com/office/drawing/2014/main" id="{E39CEA8B-A2F8-3B4B-92B2-F430FA70E5D8}"/>
              </a:ext>
            </a:extLst>
          </p:cNvPr>
          <p:cNvSpPr/>
          <p:nvPr userDrawn="1"/>
        </p:nvSpPr>
        <p:spPr>
          <a:xfrm>
            <a:off x="1169584"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Shape 254">
            <a:extLst>
              <a:ext uri="{FF2B5EF4-FFF2-40B4-BE49-F238E27FC236}">
                <a16:creationId xmlns:a16="http://schemas.microsoft.com/office/drawing/2014/main" id="{75862DAC-BC9F-534C-9C89-CE60499DB282}"/>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A7F76238-5A1A-CD49-AFE0-ECC1928CEF6B}"/>
              </a:ext>
            </a:extLst>
          </p:cNvPr>
          <p:cNvGrpSpPr/>
          <p:nvPr userDrawn="1"/>
        </p:nvGrpSpPr>
        <p:grpSpPr>
          <a:xfrm>
            <a:off x="4276115" y="2272177"/>
            <a:ext cx="3634508" cy="3229764"/>
            <a:chOff x="4523760" y="2165131"/>
            <a:chExt cx="3139218" cy="3300132"/>
          </a:xfrm>
        </p:grpSpPr>
        <p:grpSp>
          <p:nvGrpSpPr>
            <p:cNvPr id="10" name="Group 9">
              <a:extLst>
                <a:ext uri="{FF2B5EF4-FFF2-40B4-BE49-F238E27FC236}">
                  <a16:creationId xmlns:a16="http://schemas.microsoft.com/office/drawing/2014/main" id="{3926780E-0B08-7C41-9DB5-0748FEF36629}"/>
                </a:ext>
              </a:extLst>
            </p:cNvPr>
            <p:cNvGrpSpPr/>
            <p:nvPr/>
          </p:nvGrpSpPr>
          <p:grpSpPr>
            <a:xfrm rot="10800000">
              <a:off x="6616255" y="2165131"/>
              <a:ext cx="1046723" cy="3300132"/>
              <a:chOff x="5319301" y="2165131"/>
              <a:chExt cx="1046723" cy="3300132"/>
            </a:xfrm>
          </p:grpSpPr>
          <p:sp>
            <p:nvSpPr>
              <p:cNvPr id="17" name="Freeform 16">
                <a:extLst>
                  <a:ext uri="{FF2B5EF4-FFF2-40B4-BE49-F238E27FC236}">
                    <a16:creationId xmlns:a16="http://schemas.microsoft.com/office/drawing/2014/main" id="{95B6473F-E718-0D49-92EB-0C52F372925A}"/>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8" name="Freeform 17">
                <a:extLst>
                  <a:ext uri="{FF2B5EF4-FFF2-40B4-BE49-F238E27FC236}">
                    <a16:creationId xmlns:a16="http://schemas.microsoft.com/office/drawing/2014/main" id="{DAB00B52-8B5D-0D4E-89BA-E74849ECF2FD}"/>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grpSp>
          <p:nvGrpSpPr>
            <p:cNvPr id="11" name="Group 10">
              <a:extLst>
                <a:ext uri="{FF2B5EF4-FFF2-40B4-BE49-F238E27FC236}">
                  <a16:creationId xmlns:a16="http://schemas.microsoft.com/office/drawing/2014/main" id="{54F95102-21B7-5D43-B11A-49C22A401513}"/>
                </a:ext>
              </a:extLst>
            </p:cNvPr>
            <p:cNvGrpSpPr/>
            <p:nvPr/>
          </p:nvGrpSpPr>
          <p:grpSpPr>
            <a:xfrm>
              <a:off x="4523760" y="2165131"/>
              <a:ext cx="3139218" cy="3300132"/>
              <a:chOff x="4523760" y="2165131"/>
              <a:chExt cx="3139218" cy="3300132"/>
            </a:xfrm>
          </p:grpSpPr>
          <p:sp>
            <p:nvSpPr>
              <p:cNvPr id="12" name="Freeform 11">
                <a:extLst>
                  <a:ext uri="{FF2B5EF4-FFF2-40B4-BE49-F238E27FC236}">
                    <a16:creationId xmlns:a16="http://schemas.microsoft.com/office/drawing/2014/main" id="{D5C885FC-FEA3-6A47-B3DA-10BAE1B65B41}"/>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3" name="Freeform 12">
                <a:extLst>
                  <a:ext uri="{FF2B5EF4-FFF2-40B4-BE49-F238E27FC236}">
                    <a16:creationId xmlns:a16="http://schemas.microsoft.com/office/drawing/2014/main" id="{4964E914-17DD-EA45-9539-DBC75C8DB186}"/>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nvGrpSpPr>
              <p:cNvPr id="14" name="Group 13">
                <a:extLst>
                  <a:ext uri="{FF2B5EF4-FFF2-40B4-BE49-F238E27FC236}">
                    <a16:creationId xmlns:a16="http://schemas.microsoft.com/office/drawing/2014/main" id="{243E3ADF-DC21-554A-8700-783D72893BF9}"/>
                  </a:ext>
                </a:extLst>
              </p:cNvPr>
              <p:cNvGrpSpPr/>
              <p:nvPr/>
            </p:nvGrpSpPr>
            <p:grpSpPr>
              <a:xfrm>
                <a:off x="4523760" y="3772576"/>
                <a:ext cx="3139218" cy="0"/>
                <a:chOff x="4523760" y="3772576"/>
                <a:chExt cx="3139218" cy="0"/>
              </a:xfrm>
            </p:grpSpPr>
            <p:cxnSp>
              <p:nvCxnSpPr>
                <p:cNvPr id="15" name="Straight Connector 14">
                  <a:extLst>
                    <a:ext uri="{FF2B5EF4-FFF2-40B4-BE49-F238E27FC236}">
                      <a16:creationId xmlns:a16="http://schemas.microsoft.com/office/drawing/2014/main" id="{EA01B305-7F11-B942-990C-C814D94EF69B}"/>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16" name="Straight Connector 15">
                  <a:extLst>
                    <a:ext uri="{FF2B5EF4-FFF2-40B4-BE49-F238E27FC236}">
                      <a16:creationId xmlns:a16="http://schemas.microsoft.com/office/drawing/2014/main" id="{7573937A-7329-6A44-A5E0-6054923AD210}"/>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19" name="Text Placeholder 3">
            <a:extLst>
              <a:ext uri="{FF2B5EF4-FFF2-40B4-BE49-F238E27FC236}">
                <a16:creationId xmlns:a16="http://schemas.microsoft.com/office/drawing/2014/main" id="{32194EF1-9713-B545-A686-F6233D0C83CB}"/>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0" name="Text Placeholder 3">
            <a:extLst>
              <a:ext uri="{FF2B5EF4-FFF2-40B4-BE49-F238E27FC236}">
                <a16:creationId xmlns:a16="http://schemas.microsoft.com/office/drawing/2014/main" id="{76D6238E-7EFF-1944-B782-00E6D63FCA78}"/>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3">
            <a:extLst>
              <a:ext uri="{FF2B5EF4-FFF2-40B4-BE49-F238E27FC236}">
                <a16:creationId xmlns:a16="http://schemas.microsoft.com/office/drawing/2014/main" id="{B0F906E1-AFB2-3342-9AEE-5D9D3825D059}"/>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2" name="Text Placeholder 3">
            <a:extLst>
              <a:ext uri="{FF2B5EF4-FFF2-40B4-BE49-F238E27FC236}">
                <a16:creationId xmlns:a16="http://schemas.microsoft.com/office/drawing/2014/main" id="{6F22C132-DC15-354D-A2CF-2709D58EC79E}"/>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3">
            <a:extLst>
              <a:ext uri="{FF2B5EF4-FFF2-40B4-BE49-F238E27FC236}">
                <a16:creationId xmlns:a16="http://schemas.microsoft.com/office/drawing/2014/main" id="{3DDB394F-E1C7-9246-982F-9B98213F2451}"/>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4" name="Text Placeholder 3">
            <a:extLst>
              <a:ext uri="{FF2B5EF4-FFF2-40B4-BE49-F238E27FC236}">
                <a16:creationId xmlns:a16="http://schemas.microsoft.com/office/drawing/2014/main" id="{C234B5C4-1230-8C4E-AD1C-1CBA6628DF9E}"/>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5" name="Text Placeholder 3">
            <a:extLst>
              <a:ext uri="{FF2B5EF4-FFF2-40B4-BE49-F238E27FC236}">
                <a16:creationId xmlns:a16="http://schemas.microsoft.com/office/drawing/2014/main" id="{E5E72B16-C9CB-364D-87B5-41808627C99A}"/>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defRPr>
            </a:lvl1pPr>
            <a:lvl2pPr marL="0" indent="0" algn="ctr">
              <a:spcBef>
                <a:spcPts val="0"/>
              </a:spcBef>
              <a:buFontTx/>
              <a:buNone/>
              <a:defRPr sz="1400">
                <a:solidFill>
                  <a:schemeClr val="bg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26" name="Text Placeholder 3">
            <a:extLst>
              <a:ext uri="{FF2B5EF4-FFF2-40B4-BE49-F238E27FC236}">
                <a16:creationId xmlns:a16="http://schemas.microsoft.com/office/drawing/2014/main" id="{987FC7CF-BBAC-484D-8F40-A8B0E9643121}"/>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4155786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Statement and Photo">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65760"/>
            <a:ext cx="4114800" cy="2560320"/>
          </a:xfrm>
          <a:solidFill>
            <a:srgbClr val="006E74"/>
          </a:solidFill>
        </p:spPr>
        <p:txBody>
          <a:bodyPr lIns="182880" tIns="182880" rIns="182880" bIns="182880">
            <a:noAutofit/>
          </a:bodyPr>
          <a:lstStyle>
            <a:lvl1pPr marL="0" indent="0">
              <a:lnSpc>
                <a:spcPct val="90000"/>
              </a:lnSpc>
              <a:spcBef>
                <a:spcPts val="0"/>
              </a:spcBef>
              <a:buNone/>
              <a:defRPr sz="3200">
                <a:solidFill>
                  <a:schemeClr val="bg1"/>
                </a:solidFill>
              </a:defRPr>
            </a:lvl1pPr>
            <a:lvl2pPr marL="182880" indent="-182880">
              <a:spcBef>
                <a:spcPts val="1200"/>
              </a:spcBef>
              <a:buFont typeface="Arial" panose="020B0604020202020204" pitchFamily="34" charset="0"/>
              <a:buChar char="•"/>
              <a:defRPr>
                <a:solidFill>
                  <a:schemeClr val="bg1"/>
                </a:solidFill>
              </a:defRPr>
            </a:lvl2pPr>
            <a:lvl3pPr marL="365760">
              <a:defRPr>
                <a:solidFill>
                  <a:schemeClr val="bg1"/>
                </a:solidFill>
              </a:defRPr>
            </a:lvl3pPr>
            <a:lvl4pPr marL="548640">
              <a:defRPr>
                <a:solidFill>
                  <a:schemeClr val="bg1"/>
                </a:solidFill>
              </a:defRPr>
            </a:lvl4pPr>
            <a:lvl5pPr marL="731520">
              <a:defRPr>
                <a:solidFill>
                  <a:schemeClr val="bg1"/>
                </a:solidFill>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a:t>[Statement]</a:t>
            </a:r>
          </a:p>
          <a:p>
            <a:pPr lvl="1"/>
            <a:r>
              <a:rPr lang="en-US"/>
              <a:t>Second level</a:t>
            </a:r>
          </a:p>
          <a:p>
            <a:pPr lvl="2"/>
            <a:r>
              <a:rPr lang="en-US"/>
              <a:t>Third level</a:t>
            </a:r>
          </a:p>
          <a:p>
            <a:pPr lvl="3"/>
            <a:r>
              <a:rPr lang="en-US"/>
              <a:t>Fourth level</a:t>
            </a:r>
          </a:p>
          <a:p>
            <a:pPr lvl="4"/>
            <a:r>
              <a:rPr lang="en-US"/>
              <a:t>Fifth level</a:t>
            </a:r>
          </a:p>
        </p:txBody>
      </p:sp>
      <p:sp>
        <p:nvSpPr>
          <p:cNvPr id="5" name="Picture Placeholder 2">
            <a:extLst>
              <a:ext uri="{FF2B5EF4-FFF2-40B4-BE49-F238E27FC236}">
                <a16:creationId xmlns:a16="http://schemas.microsoft.com/office/drawing/2014/main" id="{918B9EB3-9DF0-FF4B-93BA-55630E773DD9}"/>
              </a:ext>
            </a:extLst>
          </p:cNvPr>
          <p:cNvSpPr>
            <a:spLocks noGrp="1"/>
          </p:cNvSpPr>
          <p:nvPr>
            <p:ph type="pic" sz="quarter" idx="13" hasCustomPrompt="1"/>
          </p:nvPr>
        </p:nvSpPr>
        <p:spPr>
          <a:xfrm>
            <a:off x="6245352" y="365760"/>
            <a:ext cx="5577840" cy="5717540"/>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2769498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Photo and Statem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4" y="1828800"/>
            <a:ext cx="5184775" cy="3200400"/>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hasCustomPrompt="1"/>
          </p:nvPr>
        </p:nvSpPr>
        <p:spPr>
          <a:xfrm>
            <a:off x="6245352" y="1828800"/>
            <a:ext cx="5577840" cy="3200400"/>
          </a:xfrm>
        </p:spPr>
        <p:txBody>
          <a:bodyPr anchor="b" anchorCtr="0">
            <a:normAutofit/>
          </a:bodyPr>
          <a:lstStyle>
            <a:lvl1pPr marL="0" indent="0">
              <a:lnSpc>
                <a:spcPct val="90000"/>
              </a:lnSpc>
              <a:spcBef>
                <a:spcPts val="0"/>
              </a:spcBef>
              <a:buNone/>
              <a:defRPr sz="3600">
                <a:solidFill>
                  <a:schemeClr val="tx1"/>
                </a:solidFill>
              </a:defRPr>
            </a:lvl1pPr>
            <a:lvl2pPr marL="182880" indent="-182880">
              <a:spcBef>
                <a:spcPts val="1200"/>
              </a:spcBef>
              <a:buFont typeface="Arial" panose="020B0604020202020204" pitchFamily="34" charset="0"/>
              <a:buChar char="•"/>
              <a:defRPr sz="1800"/>
            </a:lvl2pPr>
            <a:lvl3pPr marL="365760">
              <a:defRPr sz="1800"/>
            </a:lvl3pPr>
            <a:lvl4pPr marL="548640">
              <a:defRPr sz="1800"/>
            </a:lvl4pPr>
            <a:lvl5pPr marL="731520">
              <a:defRPr sz="1800"/>
            </a:lvl5pPr>
            <a:lvl6pPr marL="914400">
              <a:defRPr sz="1800"/>
            </a:lvl6pPr>
            <a:lvl7pPr marL="1097280">
              <a:defRPr sz="1800"/>
            </a:lvl7pPr>
            <a:lvl8pPr marL="1280160">
              <a:defRPr sz="1800"/>
            </a:lvl8pPr>
            <a:lvl9pPr marL="1463040">
              <a:defRPr sz="1800"/>
            </a:lvl9pPr>
          </a:lstStyle>
          <a:p>
            <a:pPr lvl="0"/>
            <a:r>
              <a:rPr lang="en-US"/>
              <a:t>[Statement]</a:t>
            </a:r>
          </a:p>
        </p:txBody>
      </p:sp>
    </p:spTree>
    <p:extLst>
      <p:ext uri="{BB962C8B-B14F-4D97-AF65-F5344CB8AC3E}">
        <p14:creationId xmlns:p14="http://schemas.microsoft.com/office/powerpoint/2010/main" val="308449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p15:clr>
            <a:srgbClr val="FBAE40"/>
          </p15:clr>
        </p15:guide>
        <p15:guide id="4" pos="3744">
          <p15:clr>
            <a:srgbClr val="FBAE40"/>
          </p15:clr>
        </p15:guide>
        <p15:guide id="7" orient="horz" pos="1152">
          <p15:clr>
            <a:srgbClr val="FBAE40"/>
          </p15:clr>
        </p15:guide>
        <p15:guide id="8" orient="horz" pos="3832">
          <p15:clr>
            <a:srgbClr val="FBAE40"/>
          </p15:clr>
        </p15:guide>
        <p15:guide id="9" orient="horz" pos="4148">
          <p15:clr>
            <a:srgbClr val="FBAE40"/>
          </p15:clr>
        </p15:guide>
        <p15:guide id="10" orient="horz" pos="3168">
          <p15:clr>
            <a:srgbClr val="FBAE40"/>
          </p15:clr>
        </p15:guide>
        <p15:guide id="11" pos="476">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5" y="1828801"/>
            <a:ext cx="8121650" cy="4254500"/>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5375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4_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5804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5_Photo and Sidebar">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0"/>
            <a:ext cx="8711514" cy="5647038"/>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444843"/>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8276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Text Cluster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8519160"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9028176" y="365760"/>
            <a:ext cx="2795016" cy="278892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6096000" y="1828800"/>
            <a:ext cx="2788920" cy="278892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1F89D7C7-C7B4-A74A-B754-DF69007D9111}"/>
              </a:ext>
            </a:extLst>
          </p:cNvPr>
          <p:cNvSpPr>
            <a:spLocks noGrp="1"/>
          </p:cNvSpPr>
          <p:nvPr>
            <p:ph type="body" sz="quarter" idx="12"/>
          </p:nvPr>
        </p:nvSpPr>
        <p:spPr>
          <a:xfrm>
            <a:off x="9028176" y="3289300"/>
            <a:ext cx="2795016" cy="278892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5">
            <a:extLst>
              <a:ext uri="{FF2B5EF4-FFF2-40B4-BE49-F238E27FC236}">
                <a16:creationId xmlns:a16="http://schemas.microsoft.com/office/drawing/2014/main" id="{4C83E999-6B6B-E44A-8409-73A1C711A568}"/>
              </a:ext>
            </a:extLst>
          </p:cNvPr>
          <p:cNvSpPr>
            <a:spLocks noGrp="1"/>
          </p:cNvSpPr>
          <p:nvPr>
            <p:ph type="body" sz="quarter" idx="14"/>
          </p:nvPr>
        </p:nvSpPr>
        <p:spPr>
          <a:xfrm>
            <a:off x="3172968" y="4069080"/>
            <a:ext cx="2788920" cy="27889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1152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Text Cluster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7708392" y="365760"/>
            <a:ext cx="4114800" cy="411480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365758" y="1554480"/>
            <a:ext cx="4114800" cy="219456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4617719" y="2103118"/>
            <a:ext cx="2953512"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7708392" y="4617720"/>
            <a:ext cx="2971800" cy="146304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091057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Text Cluster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7" name="Text Placeholder 2">
            <a:extLst>
              <a:ext uri="{FF2B5EF4-FFF2-40B4-BE49-F238E27FC236}">
                <a16:creationId xmlns:a16="http://schemas.microsoft.com/office/drawing/2014/main" id="{1DE689A2-ED8E-6449-8345-C15EAB8BCA76}"/>
              </a:ext>
            </a:extLst>
          </p:cNvPr>
          <p:cNvSpPr>
            <a:spLocks noGrp="1"/>
          </p:cNvSpPr>
          <p:nvPr>
            <p:ph type="body" sz="quarter" idx="13"/>
          </p:nvPr>
        </p:nvSpPr>
        <p:spPr>
          <a:xfrm>
            <a:off x="7708392" y="365125"/>
            <a:ext cx="2331720" cy="2332355"/>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2286000" y="1828801"/>
            <a:ext cx="5285231" cy="1874519"/>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7708392" y="2834640"/>
            <a:ext cx="4114800"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617720" y="3840480"/>
            <a:ext cx="2953513" cy="224028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2786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Three Quarters Sa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59" y="365760"/>
            <a:ext cx="8202168"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8202168" cy="4251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73734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Three Quarters Bla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UST" descr="UST">
            <a:extLst>
              <a:ext uri="{FF2B5EF4-FFF2-40B4-BE49-F238E27FC236}">
                <a16:creationId xmlns:a16="http://schemas.microsoft.com/office/drawing/2014/main" id="{B2036B4F-78BB-BB43-B04B-458DE6C4A674}"/>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bwMode="auto">
          <a:xfrm>
            <a:off x="365760" y="365760"/>
            <a:ext cx="8203819" cy="914400"/>
          </a:xfrm>
        </p:spPr>
        <p:txBody>
          <a:bodyPr/>
          <a:lstStyle>
            <a:lvl1pPr>
              <a:defRPr>
                <a:solidFill>
                  <a:schemeClr val="bg1"/>
                </a:solidFill>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bwMode="auto">
          <a:xfrm>
            <a:off x="365759" y="1828800"/>
            <a:ext cx="8203819" cy="4251960"/>
          </a:xfrm>
        </p:spPr>
        <p:txBody>
          <a:bodyPr>
            <a:normAutofit/>
          </a:bodyPr>
          <a:lstStyle>
            <a:lvl1pPr>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vl6pPr>
              <a:defRPr sz="1800">
                <a:solidFill>
                  <a:schemeClr val="bg1"/>
                </a:solidFill>
              </a:defRPr>
            </a:lvl6pPr>
            <a:lvl7pPr>
              <a:defRPr sz="1800">
                <a:solidFill>
                  <a:schemeClr val="bg1"/>
                </a:solidFill>
              </a:defRPr>
            </a:lvl7pPr>
            <a:lvl8pPr>
              <a:defRPr sz="1800">
                <a:solidFill>
                  <a:schemeClr val="bg1"/>
                </a:solidFill>
              </a:defRPr>
            </a:lvl8pPr>
            <a:lvl9pPr>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4742" cy="4251960"/>
          </a:xfrm>
        </p:spPr>
        <p:txBody>
          <a:bodyPr>
            <a:normAutofit/>
          </a:bodyPr>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solidFill>
                  <a:schemeClr val="tx1"/>
                </a:solidFill>
              </a:defRPr>
            </a:lvl6pPr>
            <a:lvl7pPr>
              <a:defRPr sz="1600">
                <a:solidFill>
                  <a:schemeClr val="tx1"/>
                </a:solidFill>
              </a:defRPr>
            </a:lvl7pPr>
            <a:lvl8pPr>
              <a:defRPr sz="1600">
                <a:solidFill>
                  <a:schemeClr val="tx1"/>
                </a:solidFill>
              </a:defRPr>
            </a:lvl8pPr>
            <a:lvl9pPr>
              <a:defRPr sz="16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77538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Team">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365759"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4343400"/>
            <a:ext cx="3611880" cy="1737360"/>
          </a:xfrm>
        </p:spPr>
        <p:txBody>
          <a:bodyPr>
            <a:noAutofit/>
          </a:bodyPr>
          <a:lstStyle>
            <a:lvl1pPr marL="0" indent="0">
              <a:spcBef>
                <a:spcPts val="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4288536"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4343400"/>
            <a:ext cx="3611880" cy="1737360"/>
          </a:xfrm>
        </p:spPr>
        <p:txBody>
          <a:bodyPr>
            <a:noAutofit/>
          </a:bodyPr>
          <a:lstStyle>
            <a:lvl1pPr marL="0" indent="0">
              <a:spcBef>
                <a:spcPts val="60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422E667F-004C-0D48-B1F6-92F8E2AA02A2}"/>
              </a:ext>
            </a:extLst>
          </p:cNvPr>
          <p:cNvSpPr>
            <a:spLocks noGrp="1"/>
          </p:cNvSpPr>
          <p:nvPr>
            <p:ph type="pic" sz="quarter" idx="16" hasCustomPrompt="1"/>
          </p:nvPr>
        </p:nvSpPr>
        <p:spPr>
          <a:xfrm>
            <a:off x="8210676"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14" name="Content Placeholder 7">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4343400"/>
            <a:ext cx="3611880" cy="1737360"/>
          </a:xfrm>
        </p:spPr>
        <p:txBody>
          <a:bodyPr>
            <a:noAutofit/>
          </a:bodyPr>
          <a:lstStyle>
            <a:lvl1pPr marL="0" indent="0">
              <a:spcBef>
                <a:spcPts val="60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Tree>
    <p:extLst>
      <p:ext uri="{BB962C8B-B14F-4D97-AF65-F5344CB8AC3E}">
        <p14:creationId xmlns:p14="http://schemas.microsoft.com/office/powerpoint/2010/main" val="572712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p15:clr>
            <a:srgbClr val="FBAE40"/>
          </p15:clr>
        </p15:guide>
        <p15:guide id="9" orient="horz" pos="2592">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Biograph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FA626-DA7F-514F-B001-17AA4B414442}"/>
              </a:ext>
            </a:extLst>
          </p:cNvPr>
          <p:cNvSpPr>
            <a:spLocks noGrp="1"/>
          </p:cNvSpPr>
          <p:nvPr>
            <p:ph type="title" hasCustomPrompt="1"/>
          </p:nvPr>
        </p:nvSpPr>
        <p:spPr>
          <a:xfrm>
            <a:off x="365760" y="365760"/>
            <a:ext cx="8203565" cy="914400"/>
          </a:xfrm>
        </p:spPr>
        <p:txBody>
          <a:bodyPr/>
          <a:lstStyle/>
          <a:p>
            <a:r>
              <a:rPr lang="en-US"/>
              <a:t>[Slide title]</a:t>
            </a:r>
          </a:p>
        </p:txBody>
      </p:sp>
      <p:sp>
        <p:nvSpPr>
          <p:cNvPr id="11" name="Text Placeholder 2">
            <a:extLst>
              <a:ext uri="{FF2B5EF4-FFF2-40B4-BE49-F238E27FC236}">
                <a16:creationId xmlns:a16="http://schemas.microsoft.com/office/drawing/2014/main" id="{3C2EDD2B-10F3-2145-9FDC-23B8925E5553}"/>
              </a:ext>
            </a:extLst>
          </p:cNvPr>
          <p:cNvSpPr>
            <a:spLocks noGrp="1"/>
          </p:cNvSpPr>
          <p:nvPr>
            <p:ph type="body" sz="quarter" idx="11" hasCustomPrompt="1"/>
          </p:nvPr>
        </p:nvSpPr>
        <p:spPr>
          <a:xfrm>
            <a:off x="365124" y="1828800"/>
            <a:ext cx="2633472" cy="4251960"/>
          </a:xfrm>
        </p:spPr>
        <p:txBody>
          <a:bodyPr>
            <a:normAutofit/>
          </a:bodyPr>
          <a:lstStyle>
            <a:lvl1pPr marL="0" indent="0">
              <a:spcBef>
                <a:spcPts val="0"/>
              </a:spcBef>
              <a:buFontTx/>
              <a:buNone/>
              <a:defRPr sz="1600" b="1"/>
            </a:lvl1pPr>
            <a:lvl2pPr marL="0" indent="0">
              <a:spcBef>
                <a:spcPts val="600"/>
              </a:spcBef>
              <a:buFontTx/>
              <a:buNone/>
              <a:defRPr sz="1400" b="1">
                <a:solidFill>
                  <a:schemeClr val="tx1"/>
                </a:solidFill>
              </a:defRPr>
            </a:lvl2pPr>
            <a:lvl3pPr marL="0" indent="0">
              <a:spcBef>
                <a:spcPts val="600"/>
              </a:spcBef>
              <a:buFontTx/>
              <a:buNone/>
              <a:defRPr sz="1400"/>
            </a:lvl3pPr>
            <a:lvl4pPr marL="182880" indent="-182880">
              <a:spcBef>
                <a:spcPts val="600"/>
              </a:spcBef>
              <a:buFont typeface="Arial" panose="020B0604020202020204" pitchFamily="34" charset="0"/>
              <a:buChar char="•"/>
              <a:defRPr sz="1400"/>
            </a:lvl4pPr>
            <a:lvl5pPr marL="365760">
              <a:spcBef>
                <a:spcPts val="300"/>
              </a:spcBef>
              <a:defRPr sz="1400"/>
            </a:lvl5pPr>
            <a:lvl6pPr marL="548640">
              <a:spcBef>
                <a:spcPts val="300"/>
              </a:spcBef>
              <a:defRPr sz="1400"/>
            </a:lvl6pPr>
            <a:lvl7pPr marL="731520">
              <a:spcBef>
                <a:spcPts val="300"/>
              </a:spcBef>
              <a:defRPr sz="1400"/>
            </a:lvl7pPr>
            <a:lvl8pPr marL="914400">
              <a:spcBef>
                <a:spcPts val="300"/>
              </a:spcBef>
              <a:defRPr sz="1400"/>
            </a:lvl8pPr>
            <a:lvl9pPr marL="1097280">
              <a:spcBef>
                <a:spcPts val="300"/>
              </a:spcBef>
              <a:defRPr sz="1400"/>
            </a:lvl9pPr>
          </a:lstStyle>
          <a:p>
            <a:pPr lvl="0"/>
            <a:r>
              <a:rPr lang="en-US"/>
              <a:t>[</a:t>
            </a:r>
            <a:r>
              <a:rPr lang="en-US" err="1"/>
              <a:t>Firstname</a:t>
            </a:r>
            <a:r>
              <a:rPr lang="en-US"/>
              <a:t> </a:t>
            </a:r>
            <a:r>
              <a:rPr lang="en-US" err="1"/>
              <a:t>Lastname</a:t>
            </a:r>
            <a:r>
              <a:rPr lang="en-US"/>
              <a:t>]</a:t>
            </a:r>
          </a:p>
          <a:p>
            <a:pPr lvl="1"/>
            <a:r>
              <a:rPr lang="en-US"/>
              <a:t>[Title, Region]</a:t>
            </a:r>
          </a:p>
          <a:p>
            <a:pPr lvl="2"/>
            <a:r>
              <a:rPr lang="en-US"/>
              <a:t>[Summary]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 Placeholder 3">
            <a:extLst>
              <a:ext uri="{FF2B5EF4-FFF2-40B4-BE49-F238E27FC236}">
                <a16:creationId xmlns:a16="http://schemas.microsoft.com/office/drawing/2014/main" id="{48396495-DC8A-C048-99CD-670CAF8BE410}"/>
              </a:ext>
            </a:extLst>
          </p:cNvPr>
          <p:cNvSpPr>
            <a:spLocks noGrp="1"/>
          </p:cNvSpPr>
          <p:nvPr>
            <p:ph type="body" sz="quarter" idx="12" hasCustomPrompt="1"/>
          </p:nvPr>
        </p:nvSpPr>
        <p:spPr>
          <a:xfrm>
            <a:off x="3308350" y="1828800"/>
            <a:ext cx="3959352" cy="4251960"/>
          </a:xfrm>
        </p:spPr>
        <p:txBody>
          <a:bodyPr>
            <a:normAutofit/>
          </a:bodyPr>
          <a:lstStyle>
            <a:lvl1pPr marL="0" indent="0">
              <a:spcBef>
                <a:spcPts val="0"/>
              </a:spcBef>
              <a:buFontTx/>
              <a:buNone/>
              <a:defRPr sz="1600" b="1"/>
            </a:lvl1pPr>
            <a:lvl2pPr marL="0" indent="0">
              <a:spcBef>
                <a:spcPts val="600"/>
              </a:spcBef>
              <a:buFontTx/>
              <a:buNone/>
              <a:defRPr sz="1400" b="1">
                <a:solidFill>
                  <a:schemeClr val="tx1"/>
                </a:solidFill>
              </a:defRPr>
            </a:lvl2pPr>
            <a:lvl3pPr marL="0" indent="0">
              <a:spcBef>
                <a:spcPts val="600"/>
              </a:spcBef>
              <a:buFontTx/>
              <a:buNone/>
              <a:defRPr sz="1400"/>
            </a:lvl3pPr>
            <a:lvl4pPr marL="182880" indent="-182880">
              <a:spcBef>
                <a:spcPts val="600"/>
              </a:spcBef>
              <a:buFont typeface="Arial" panose="020B0604020202020204" pitchFamily="34" charset="0"/>
              <a:buChar char="•"/>
              <a:defRPr sz="1400"/>
            </a:lvl4pPr>
            <a:lvl5pPr marL="365760">
              <a:spcBef>
                <a:spcPts val="300"/>
              </a:spcBef>
              <a:defRPr sz="1400"/>
            </a:lvl5pPr>
            <a:lvl6pPr marL="548640">
              <a:spcBef>
                <a:spcPts val="300"/>
              </a:spcBef>
              <a:defRPr sz="1400"/>
            </a:lvl6pPr>
            <a:lvl7pPr marL="731520">
              <a:spcBef>
                <a:spcPts val="300"/>
              </a:spcBef>
              <a:defRPr sz="1400"/>
            </a:lvl7pPr>
            <a:lvl8pPr marL="914400">
              <a:spcBef>
                <a:spcPts val="300"/>
              </a:spcBef>
              <a:defRPr sz="1400"/>
            </a:lvl8pPr>
            <a:lvl9pPr marL="1097280">
              <a:spcBef>
                <a:spcPts val="300"/>
              </a:spcBef>
              <a:defRPr sz="1400"/>
            </a:lvl9pPr>
          </a:lstStyle>
          <a:p>
            <a:pPr lvl="0"/>
            <a:r>
              <a:rPr lang="en-US"/>
              <a:t>[Sector]</a:t>
            </a:r>
          </a:p>
          <a:p>
            <a:pPr lvl="1"/>
            <a:r>
              <a:rPr lang="en-US"/>
              <a:t>[00 years of experience]</a:t>
            </a:r>
          </a:p>
          <a:p>
            <a:pPr lvl="2"/>
            <a:r>
              <a:rPr lang="en-US"/>
              <a:t>[Biography]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Picture Placeholder 4">
            <a:extLst>
              <a:ext uri="{FF2B5EF4-FFF2-40B4-BE49-F238E27FC236}">
                <a16:creationId xmlns:a16="http://schemas.microsoft.com/office/drawing/2014/main" id="{FBE02541-C35D-1542-9123-AB8132D8C3AE}"/>
              </a:ext>
            </a:extLst>
          </p:cNvPr>
          <p:cNvSpPr>
            <a:spLocks noGrp="1"/>
          </p:cNvSpPr>
          <p:nvPr>
            <p:ph type="pic" sz="quarter" idx="13" hasCustomPrompt="1"/>
          </p:nvPr>
        </p:nvSpPr>
        <p:spPr>
          <a:xfrm>
            <a:off x="7571232" y="1828797"/>
            <a:ext cx="4251960" cy="4251960"/>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2488705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768">
          <p15:clr>
            <a:srgbClr val="FBAE40"/>
          </p15:clr>
        </p15:guide>
        <p15:guide id="2" pos="4580">
          <p15:clr>
            <a:srgbClr val="FBAE40"/>
          </p15:clr>
        </p15:guide>
        <p15:guide id="3" orient="horz" pos="1152">
          <p15:clr>
            <a:srgbClr val="FBAE40"/>
          </p15:clr>
        </p15:guide>
        <p15:guide id="4" orient="horz" pos="3832">
          <p15:clr>
            <a:srgbClr val="FBAE40"/>
          </p15:clr>
        </p15:guide>
        <p15:guide id="5" pos="1890">
          <p15:clr>
            <a:srgbClr val="FBAE40"/>
          </p15:clr>
        </p15:guide>
        <p15:guide id="6" pos="2084">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Section Header - Sand">
    <p:bg>
      <p:bgRef idx="1001">
        <a:schemeClr val="bg1"/>
      </p:bgRef>
    </p:bg>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376EEDB8-9F5B-F544-9AD6-4602265A5F11}"/>
              </a:ext>
              <a:ext uri="{C183D7F6-B498-43B3-948B-1728B52AA6E4}">
                <adec:decorative xmlns:adec="http://schemas.microsoft.com/office/drawing/2017/decorative" val="1"/>
              </a:ext>
            </a:extLst>
          </p:cNvPr>
          <p:cNvSpPr/>
          <p:nvPr userDrawn="1"/>
        </p:nvSpPr>
        <p:spPr bwMode="hidden">
          <a:xfrm>
            <a:off x="758952" y="365124"/>
            <a:ext cx="11064240" cy="5810885"/>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124712" y="731520"/>
            <a:ext cx="8503920" cy="2103120"/>
          </a:xfrm>
        </p:spPr>
        <p:txBody>
          <a:bodyPr anchor="t"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124712" y="2971798"/>
            <a:ext cx="8505190" cy="3111501"/>
          </a:xfrm>
        </p:spPr>
        <p:txBody>
          <a:bodyPr/>
          <a:lstStyle/>
          <a:p>
            <a:pPr lvl="0"/>
            <a:r>
              <a:rPr lang="en-US"/>
              <a:t>[Additional content, if needed]</a:t>
            </a:r>
          </a:p>
        </p:txBody>
      </p:sp>
    </p:spTree>
    <p:extLst>
      <p:ext uri="{BB962C8B-B14F-4D97-AF65-F5344CB8AC3E}">
        <p14:creationId xmlns:p14="http://schemas.microsoft.com/office/powerpoint/2010/main" val="1456174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066">
          <p15:clr>
            <a:srgbClr val="FBAE40"/>
          </p15:clr>
        </p15:guide>
        <p15:guide id="3" orient="horz" pos="3832">
          <p15:clr>
            <a:srgbClr val="FBAE40"/>
          </p15:clr>
        </p15:guide>
        <p15:guide id="4" orient="horz" pos="4148">
          <p15:clr>
            <a:srgbClr val="FBAE40"/>
          </p15:clr>
        </p15:guide>
        <p15:guide id="5" pos="708">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_Section Header">
    <p:bg>
      <p:bgPr>
        <a:solidFill>
          <a:srgbClr val="006E7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60" y="1737360"/>
            <a:ext cx="8503920" cy="2103120"/>
          </a:xfrm>
        </p:spPr>
        <p:txBody>
          <a:bodyPr anchor="b"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Tree>
    <p:extLst>
      <p:ext uri="{BB962C8B-B14F-4D97-AF65-F5344CB8AC3E}">
        <p14:creationId xmlns:p14="http://schemas.microsoft.com/office/powerpoint/2010/main" val="10252880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Section Header -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514600"/>
            <a:ext cx="9994900" cy="3568700"/>
          </a:xfrm>
        </p:spPr>
        <p:txBody>
          <a:bodyPr anchor="t" anchorCtr="0"/>
          <a:lstStyle>
            <a:lvl1pPr>
              <a:lnSpc>
                <a:spcPct val="85000"/>
              </a:lnSpc>
              <a:defRPr sz="7200" b="0" spc="-100" baseline="0"/>
            </a:lvl1pPr>
          </a:lstStyle>
          <a:p>
            <a:r>
              <a:rPr lang="en-US"/>
              <a:t>[Section title]</a:t>
            </a:r>
          </a:p>
        </p:txBody>
      </p:sp>
    </p:spTree>
    <p:extLst>
      <p:ext uri="{BB962C8B-B14F-4D97-AF65-F5344CB8AC3E}">
        <p14:creationId xmlns:p14="http://schemas.microsoft.com/office/powerpoint/2010/main" val="7853704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Section Header - Big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329840"/>
            <a:ext cx="9994392" cy="1508760"/>
          </a:xfrm>
        </p:spPr>
        <p:txBody>
          <a:bodyPr anchor="b" anchorCtr="0"/>
          <a:lstStyle>
            <a:lvl1pPr>
              <a:defRPr sz="4800" b="0" spc="0" baseline="0"/>
            </a:lvl1pPr>
          </a:lstStyle>
          <a:p>
            <a:r>
              <a:rPr lang="en-US"/>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p>
            <a:pPr lvl="0"/>
            <a:r>
              <a:rPr lang="en-US"/>
              <a:t>[Additional content, if needed]</a:t>
            </a:r>
          </a:p>
        </p:txBody>
      </p:sp>
    </p:spTree>
    <p:extLst>
      <p:ext uri="{BB962C8B-B14F-4D97-AF65-F5344CB8AC3E}">
        <p14:creationId xmlns:p14="http://schemas.microsoft.com/office/powerpoint/2010/main" val="153935742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_Black background">
    <p:bg>
      <p:bgPr>
        <a:solidFill>
          <a:srgbClr val="231F20"/>
        </a:solidFill>
        <a:effectLst/>
      </p:bgPr>
    </p:bg>
    <p:spTree>
      <p:nvGrpSpPr>
        <p:cNvPr id="1" name=""/>
        <p:cNvGrpSpPr/>
        <p:nvPr/>
      </p:nvGrpSpPr>
      <p:grpSpPr>
        <a:xfrm>
          <a:off x="0" y="0"/>
          <a:ext cx="0" cy="0"/>
          <a:chOff x="0" y="0"/>
          <a:chExt cx="0" cy="0"/>
        </a:xfrm>
      </p:grpSpPr>
      <p:sp>
        <p:nvSpPr>
          <p:cNvPr id="68" name="Title 1">
            <a:extLst>
              <a:ext uri="{FF2B5EF4-FFF2-40B4-BE49-F238E27FC236}">
                <a16:creationId xmlns:a16="http://schemas.microsoft.com/office/drawing/2014/main" id="{8CF004B4-FCDF-ED40-845E-32E235948461}"/>
              </a:ext>
            </a:extLst>
          </p:cNvPr>
          <p:cNvSpPr>
            <a:spLocks noGrp="1"/>
          </p:cNvSpPr>
          <p:nvPr>
            <p:ph type="title" hasCustomPrompt="1"/>
          </p:nvPr>
        </p:nvSpPr>
        <p:spPr>
          <a:xfrm>
            <a:off x="365760" y="365760"/>
            <a:ext cx="11457432" cy="914400"/>
          </a:xfrm>
        </p:spPr>
        <p:txBody>
          <a:bodyPr/>
          <a:lstStyle/>
          <a:p>
            <a:r>
              <a:rPr lang="en-US"/>
              <a:t>[Slide title]</a:t>
            </a:r>
          </a:p>
        </p:txBody>
      </p:sp>
    </p:spTree>
    <p:extLst>
      <p:ext uri="{BB962C8B-B14F-4D97-AF65-F5344CB8AC3E}">
        <p14:creationId xmlns:p14="http://schemas.microsoft.com/office/powerpoint/2010/main" val="20564793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Sand background">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spTree>
    <p:extLst>
      <p:ext uri="{BB962C8B-B14F-4D97-AF65-F5344CB8AC3E}">
        <p14:creationId xmlns:p14="http://schemas.microsoft.com/office/powerpoint/2010/main" val="30382353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spTree>
    <p:extLst>
      <p:ext uri="{BB962C8B-B14F-4D97-AF65-F5344CB8AC3E}">
        <p14:creationId xmlns:p14="http://schemas.microsoft.com/office/powerpoint/2010/main" val="4070358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8663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832">
          <p15:clr>
            <a:srgbClr val="FBAE40"/>
          </p15:clr>
        </p15:guide>
        <p15:guide id="3" orient="horz" pos="4148">
          <p15:clr>
            <a:srgbClr val="FBAE40"/>
          </p15:clr>
        </p15:guide>
        <p15:guide id="4" orient="horz" pos="1152">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3_Boundless impact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02CE6C-948C-8C4D-B2C9-3681E407385A}"/>
              </a:ext>
            </a:extLst>
          </p:cNvPr>
          <p:cNvSpPr/>
          <p:nvPr userDrawn="1"/>
        </p:nvSpPr>
        <p:spPr>
          <a:xfrm>
            <a:off x="1027288" y="1715911"/>
            <a:ext cx="5937955" cy="3883378"/>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4" name="TextBox 3">
            <a:extLst>
              <a:ext uri="{FF2B5EF4-FFF2-40B4-BE49-F238E27FC236}">
                <a16:creationId xmlns:a16="http://schemas.microsoft.com/office/drawing/2014/main" id="{98950798-3CD2-0446-A548-33B6591367B8}"/>
              </a:ext>
            </a:extLst>
          </p:cNvPr>
          <p:cNvSpPr txBox="1"/>
          <p:nvPr userDrawn="1"/>
        </p:nvSpPr>
        <p:spPr>
          <a:xfrm>
            <a:off x="1371995" y="3826932"/>
            <a:ext cx="5446494" cy="1501423"/>
          </a:xfrm>
          <a:prstGeom prst="rect">
            <a:avLst/>
          </a:prstGeom>
          <a:noFill/>
        </p:spPr>
        <p:txBody>
          <a:bodyPr wrap="square" lIns="0" tIns="0" rIns="0" bIns="0" rtlCol="0">
            <a:noAutofit/>
          </a:bodyPr>
          <a:lstStyle/>
          <a:p>
            <a:pPr marL="0" indent="0" algn="l">
              <a:lnSpc>
                <a:spcPct val="100000"/>
              </a:lnSpc>
              <a:spcBef>
                <a:spcPts val="1200"/>
              </a:spcBef>
              <a:buSzPct val="100000"/>
              <a:buFont typeface="Arial"/>
              <a:buNone/>
            </a:pPr>
            <a:r>
              <a:rPr kumimoji="0" lang="en-US" sz="4000" b="1" i="0" u="none" strike="noStrike" kern="1200" cap="none" spc="0" normalizeH="0" baseline="0" noProof="0">
                <a:ln>
                  <a:noFill/>
                </a:ln>
                <a:solidFill>
                  <a:srgbClr val="FFFFFF"/>
                </a:solidFill>
                <a:effectLst/>
                <a:uLnTx/>
                <a:uFillTx/>
                <a:latin typeface="+mn-lt"/>
                <a:ea typeface="+mj-ea"/>
                <a:cs typeface="+mj-cs"/>
              </a:rPr>
              <a:t>Together, we build for boundless impact</a:t>
            </a:r>
            <a:endParaRPr lang="en-US" sz="1800"/>
          </a:p>
        </p:txBody>
      </p:sp>
    </p:spTree>
    <p:extLst>
      <p:ext uri="{BB962C8B-B14F-4D97-AF65-F5344CB8AC3E}">
        <p14:creationId xmlns:p14="http://schemas.microsoft.com/office/powerpoint/2010/main" val="3820017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4_Boundless impact slide">
    <p:bg>
      <p:bgPr>
        <a:solidFill>
          <a:srgbClr val="231F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6B62B1-9C6E-8243-AC90-63B62A0D9ADE}"/>
              </a:ext>
            </a:extLst>
          </p:cNvPr>
          <p:cNvSpPr txBox="1"/>
          <p:nvPr userDrawn="1"/>
        </p:nvSpPr>
        <p:spPr>
          <a:xfrm>
            <a:off x="367284" y="2937933"/>
            <a:ext cx="11457432" cy="982134"/>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kumimoji="0" lang="en-US" sz="4000" b="1" i="0" u="none" strike="noStrike" kern="1200" cap="none" spc="0" normalizeH="0" baseline="0" noProof="0">
                <a:ln>
                  <a:noFill/>
                </a:ln>
                <a:solidFill>
                  <a:srgbClr val="FFFFFF"/>
                </a:solidFill>
                <a:effectLst/>
                <a:uLnTx/>
                <a:uFillTx/>
                <a:latin typeface="+mn-lt"/>
                <a:ea typeface="+mj-ea"/>
                <a:cs typeface="+mj-cs"/>
              </a:rPr>
              <a:t>Together, we build for boundless impact</a:t>
            </a:r>
            <a:endParaRPr lang="en-US" sz="1800"/>
          </a:p>
        </p:txBody>
      </p:sp>
    </p:spTree>
    <p:extLst>
      <p:ext uri="{BB962C8B-B14F-4D97-AF65-F5344CB8AC3E}">
        <p14:creationId xmlns:p14="http://schemas.microsoft.com/office/powerpoint/2010/main" val="8500080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1_End Slide">
    <p:bg>
      <p:bgRef idx="1001">
        <a:schemeClr val="bg1"/>
      </p:bgRef>
    </p:bg>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7FA7D119-7ED9-8543-A4BE-CCA60CA4A421}"/>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4" name="UST" descr="UST">
            <a:extLst>
              <a:ext uri="{FF2B5EF4-FFF2-40B4-BE49-F238E27FC236}">
                <a16:creationId xmlns:a16="http://schemas.microsoft.com/office/drawing/2014/main" id="{6524CCB4-9AB2-A248-A0DC-6590BB8A0F7C}"/>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Thank You">
            <a:extLst>
              <a:ext uri="{FF2B5EF4-FFF2-40B4-BE49-F238E27FC236}">
                <a16:creationId xmlns:a16="http://schemas.microsoft.com/office/drawing/2014/main" id="{3B3D034D-06BF-E34D-97D9-E1FB041EDECA}"/>
              </a:ext>
            </a:extLst>
          </p:cNvPr>
          <p:cNvSpPr txBox="1">
            <a:spLocks/>
          </p:cNvSpPr>
          <p:nvPr userDrawn="1"/>
        </p:nvSpPr>
        <p:spPr>
          <a:xfrm>
            <a:off x="1702053" y="1585468"/>
            <a:ext cx="7178422" cy="2105012"/>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4800" b="0" kern="1200" spc="0" baseline="0">
                <a:solidFill>
                  <a:schemeClr val="bg1"/>
                </a:solidFill>
                <a:latin typeface="+mj-lt"/>
                <a:ea typeface="+mj-ea"/>
                <a:cs typeface="+mj-cs"/>
              </a:defRPr>
            </a:lvl1pPr>
          </a:lstStyle>
          <a:p>
            <a:r>
              <a:rPr lang="en-US"/>
              <a:t>Thank you</a:t>
            </a:r>
          </a:p>
        </p:txBody>
      </p:sp>
      <p:sp>
        <p:nvSpPr>
          <p:cNvPr id="12" name="Text Placeholder 1">
            <a:extLst>
              <a:ext uri="{FF2B5EF4-FFF2-40B4-BE49-F238E27FC236}">
                <a16:creationId xmlns:a16="http://schemas.microsoft.com/office/drawing/2014/main" id="{230CA0A7-AB3D-9640-8F81-41F4E103F68C}"/>
              </a:ext>
            </a:extLst>
          </p:cNvPr>
          <p:cNvSpPr>
            <a:spLocks noGrp="1"/>
          </p:cNvSpPr>
          <p:nvPr>
            <p:ph type="body" sz="quarter" idx="10" hasCustomPrompt="1"/>
          </p:nvPr>
        </p:nvSpPr>
        <p:spPr>
          <a:xfrm>
            <a:off x="1702053" y="4893617"/>
            <a:ext cx="7178422" cy="1598624"/>
          </a:xfrm>
        </p:spPr>
        <p:txBody>
          <a:bodyPr anchor="b" anchorCtr="0">
            <a:noAutofit/>
          </a:bodyPr>
          <a:lstStyle>
            <a:lvl1pPr marL="0" indent="0">
              <a:spcBef>
                <a:spcPts val="0"/>
              </a:spcBef>
              <a:buFontTx/>
              <a:buNone/>
              <a:defRPr sz="1600">
                <a:solidFill>
                  <a:schemeClr val="bg1"/>
                </a:solidFill>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a:t>[Optional contact information]</a:t>
            </a:r>
          </a:p>
        </p:txBody>
      </p:sp>
      <p:sp>
        <p:nvSpPr>
          <p:cNvPr id="18" name="URL">
            <a:extLst>
              <a:ext uri="{FF2B5EF4-FFF2-40B4-BE49-F238E27FC236}">
                <a16:creationId xmlns:a16="http://schemas.microsoft.com/office/drawing/2014/main" id="{2B56852A-13EA-DC41-9045-334298984C85}"/>
              </a:ext>
            </a:extLst>
          </p:cNvPr>
          <p:cNvSpPr txBox="1"/>
          <p:nvPr userDrawn="1"/>
        </p:nvSpPr>
        <p:spPr>
          <a:xfrm>
            <a:off x="9188450" y="4893618"/>
            <a:ext cx="2635250" cy="1598624"/>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1600" b="1">
                <a:solidFill>
                  <a:schemeClr val="bg1"/>
                </a:solidFill>
              </a:rPr>
              <a:t>ust.com</a:t>
            </a:r>
          </a:p>
        </p:txBody>
      </p:sp>
    </p:spTree>
    <p:extLst>
      <p:ext uri="{BB962C8B-B14F-4D97-AF65-F5344CB8AC3E}">
        <p14:creationId xmlns:p14="http://schemas.microsoft.com/office/powerpoint/2010/main" val="32067034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88">
          <p15:clr>
            <a:srgbClr val="FBAE40"/>
          </p15:clr>
        </p15:guide>
        <p15:guide id="5" orient="horz" pos="4090">
          <p15:clr>
            <a:srgbClr val="FBAE40"/>
          </p15:clr>
        </p15:guide>
        <p15:guide id="6" pos="5594">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_Copyright and Confidentiality">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B89A1D1F-C3AD-134F-846A-E44B5B196324}"/>
              </a:ext>
            </a:extLst>
          </p:cNvPr>
          <p:cNvSpPr txBox="1">
            <a:spLocks/>
          </p:cNvSpPr>
          <p:nvPr userDrawn="1"/>
        </p:nvSpPr>
        <p:spPr>
          <a:xfrm>
            <a:off x="365760" y="365760"/>
            <a:ext cx="8184515"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a:t>Copyright and confidentiality notice</a:t>
            </a:r>
          </a:p>
        </p:txBody>
      </p:sp>
      <p:sp>
        <p:nvSpPr>
          <p:cNvPr id="8" name="TextBox">
            <a:extLst>
              <a:ext uri="{FF2B5EF4-FFF2-40B4-BE49-F238E27FC236}">
                <a16:creationId xmlns:a16="http://schemas.microsoft.com/office/drawing/2014/main" id="{CA53F076-5B9C-7D40-B411-24F312CD2730}"/>
              </a:ext>
            </a:extLst>
          </p:cNvPr>
          <p:cNvSpPr txBox="1"/>
          <p:nvPr userDrawn="1"/>
        </p:nvSpPr>
        <p:spPr>
          <a:xfrm>
            <a:off x="365761" y="1828800"/>
            <a:ext cx="8183879" cy="4251960"/>
          </a:xfrm>
          <a:prstGeom prst="rect">
            <a:avLst/>
          </a:prstGeom>
          <a:noFill/>
        </p:spPr>
        <p:txBody>
          <a:bodyPr wrap="square" lIns="0" tIns="0" rIns="0" bIns="0" rtlCol="0">
            <a:noAutofit/>
          </a:bodyPr>
          <a:lstStyle/>
          <a:p>
            <a:pPr>
              <a:lnSpc>
                <a:spcPct val="100000"/>
              </a:lnSpc>
              <a:spcBef>
                <a:spcPts val="1200"/>
              </a:spcBef>
              <a:buSzPct val="100000"/>
            </a:pPr>
            <a:r>
              <a:rPr lang="en-US"/>
              <a:t>Copyright © 2023 by UST Global Inc. All rights reserved.</a:t>
            </a:r>
          </a:p>
          <a:p>
            <a:pPr>
              <a:lnSpc>
                <a:spcPct val="100000"/>
              </a:lnSpc>
              <a:spcBef>
                <a:spcPts val="1200"/>
              </a:spcBef>
              <a:buSzPct val="100000"/>
            </a:pPr>
            <a:r>
              <a:rPr lang="en-US"/>
              <a:t>This document is protected under the copyright laws of United States, India, and other countries as an unpublished work and contains information that shall not be reproduced, published, used in the preparation of derivative works, and/or distributed, in whole or in part, by the recipient for any purpose other than to evaluate this document. Further, all information contained herein is proprietary and confidential to UST Global Inc and may not be disclosed to any third party. Exceptions to this notice are permitted only with the express, written permission of UST Global Inc.</a:t>
            </a:r>
          </a:p>
          <a:p>
            <a:pPr>
              <a:lnSpc>
                <a:spcPct val="100000"/>
              </a:lnSpc>
              <a:spcBef>
                <a:spcPts val="1200"/>
              </a:spcBef>
              <a:buSzPct val="100000"/>
            </a:pPr>
            <a:r>
              <a:rPr lang="en-US"/>
              <a:t>UST</a:t>
            </a:r>
            <a:r>
              <a:rPr lang="en-US" baseline="30000"/>
              <a:t>®</a:t>
            </a:r>
            <a:r>
              <a:rPr lang="en-US"/>
              <a:t> is a registered service mark of UST Global Inc.</a:t>
            </a:r>
          </a:p>
        </p:txBody>
      </p:sp>
      <p:sp>
        <p:nvSpPr>
          <p:cNvPr id="30" name="TextBox">
            <a:extLst>
              <a:ext uri="{FF2B5EF4-FFF2-40B4-BE49-F238E27FC236}">
                <a16:creationId xmlns:a16="http://schemas.microsoft.com/office/drawing/2014/main" id="{0F0A4EC5-5B06-1C4A-A502-579AB0732ADE}"/>
              </a:ext>
            </a:extLst>
          </p:cNvPr>
          <p:cNvSpPr/>
          <p:nvPr userDrawn="1"/>
        </p:nvSpPr>
        <p:spPr bwMode="auto">
          <a:xfrm>
            <a:off x="8870950" y="1828800"/>
            <a:ext cx="2952242" cy="4254500"/>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lIns="320040" tIns="320040" rIns="182880" bIns="822960" rtlCol="0" anchor="t" anchorCtr="0"/>
          <a:lstStyle/>
          <a:p>
            <a:pPr>
              <a:lnSpc>
                <a:spcPct val="100000"/>
              </a:lnSpc>
              <a:spcBef>
                <a:spcPts val="0"/>
              </a:spcBef>
              <a:buSzPct val="100000"/>
            </a:pPr>
            <a:r>
              <a:rPr lang="en-US" b="1">
                <a:solidFill>
                  <a:schemeClr val="tx1"/>
                </a:solidFill>
              </a:rPr>
              <a:t>UST</a:t>
            </a:r>
          </a:p>
          <a:p>
            <a:pPr>
              <a:lnSpc>
                <a:spcPct val="100000"/>
              </a:lnSpc>
              <a:spcBef>
                <a:spcPts val="0"/>
              </a:spcBef>
              <a:buSzPct val="100000"/>
            </a:pPr>
            <a:r>
              <a:rPr lang="en-US" b="0">
                <a:solidFill>
                  <a:schemeClr val="tx1"/>
                </a:solidFill>
              </a:rPr>
              <a:t>5 Polaris Way</a:t>
            </a:r>
          </a:p>
          <a:p>
            <a:pPr>
              <a:lnSpc>
                <a:spcPct val="100000"/>
              </a:lnSpc>
              <a:spcBef>
                <a:spcPts val="0"/>
              </a:spcBef>
              <a:buSzPct val="100000"/>
            </a:pPr>
            <a:r>
              <a:rPr lang="en-US" b="0">
                <a:solidFill>
                  <a:schemeClr val="tx1"/>
                </a:solidFill>
              </a:rPr>
              <a:t>Aliso Viejo, CA 92656</a:t>
            </a:r>
          </a:p>
          <a:p>
            <a:pPr>
              <a:lnSpc>
                <a:spcPct val="100000"/>
              </a:lnSpc>
              <a:spcBef>
                <a:spcPts val="1200"/>
              </a:spcBef>
              <a:buSzPct val="100000"/>
            </a:pPr>
            <a:r>
              <a:rPr lang="en-US" b="0">
                <a:solidFill>
                  <a:schemeClr val="tx1"/>
                </a:solidFill>
              </a:rPr>
              <a:t>T +1 949 716 8757</a:t>
            </a:r>
          </a:p>
          <a:p>
            <a:pPr>
              <a:lnSpc>
                <a:spcPct val="100000"/>
              </a:lnSpc>
              <a:spcBef>
                <a:spcPts val="0"/>
              </a:spcBef>
              <a:buSzPct val="100000"/>
            </a:pPr>
            <a:r>
              <a:rPr lang="en-US" b="0">
                <a:solidFill>
                  <a:schemeClr val="tx1"/>
                </a:solidFill>
              </a:rPr>
              <a:t>F +1 949 716 8396</a:t>
            </a:r>
          </a:p>
          <a:p>
            <a:pPr>
              <a:lnSpc>
                <a:spcPct val="100000"/>
              </a:lnSpc>
              <a:spcBef>
                <a:spcPts val="1200"/>
              </a:spcBef>
              <a:buSzPct val="100000"/>
            </a:pPr>
            <a:r>
              <a:rPr lang="en-US" b="1">
                <a:solidFill>
                  <a:schemeClr val="tx1"/>
                </a:solidFill>
              </a:rPr>
              <a:t>ust.com</a:t>
            </a:r>
          </a:p>
        </p:txBody>
      </p:sp>
      <p:sp>
        <p:nvSpPr>
          <p:cNvPr id="11" name="LinkedIn">
            <a:hlinkClick r:id="rId2"/>
            <a:extLst>
              <a:ext uri="{FF2B5EF4-FFF2-40B4-BE49-F238E27FC236}">
                <a16:creationId xmlns:a16="http://schemas.microsoft.com/office/drawing/2014/main" id="{36E860F1-0833-42C3-B18C-E49EAE88C996}"/>
              </a:ext>
            </a:extLst>
          </p:cNvPr>
          <p:cNvSpPr>
            <a:spLocks noChangeAspect="1" noEditPoints="1"/>
          </p:cNvSpPr>
          <p:nvPr userDrawn="1"/>
        </p:nvSpPr>
        <p:spPr bwMode="auto">
          <a:xfrm>
            <a:off x="9197136" y="5555832"/>
            <a:ext cx="256196" cy="244253"/>
          </a:xfrm>
          <a:custGeom>
            <a:avLst/>
            <a:gdLst>
              <a:gd name="T0" fmla="*/ 671 w 671"/>
              <a:gd name="T1" fmla="*/ 641 h 641"/>
              <a:gd name="T2" fmla="*/ 671 w 671"/>
              <a:gd name="T3" fmla="*/ 641 h 641"/>
              <a:gd name="T4" fmla="*/ 527 w 671"/>
              <a:gd name="T5" fmla="*/ 641 h 641"/>
              <a:gd name="T6" fmla="*/ 527 w 671"/>
              <a:gd name="T7" fmla="*/ 410 h 641"/>
              <a:gd name="T8" fmla="*/ 454 w 671"/>
              <a:gd name="T9" fmla="*/ 312 h 641"/>
              <a:gd name="T10" fmla="*/ 380 w 671"/>
              <a:gd name="T11" fmla="*/ 365 h 641"/>
              <a:gd name="T12" fmla="*/ 376 w 671"/>
              <a:gd name="T13" fmla="*/ 400 h 641"/>
              <a:gd name="T14" fmla="*/ 376 w 671"/>
              <a:gd name="T15" fmla="*/ 641 h 641"/>
              <a:gd name="T16" fmla="*/ 232 w 671"/>
              <a:gd name="T17" fmla="*/ 641 h 641"/>
              <a:gd name="T18" fmla="*/ 232 w 671"/>
              <a:gd name="T19" fmla="*/ 209 h 641"/>
              <a:gd name="T20" fmla="*/ 376 w 671"/>
              <a:gd name="T21" fmla="*/ 209 h 641"/>
              <a:gd name="T22" fmla="*/ 376 w 671"/>
              <a:gd name="T23" fmla="*/ 270 h 641"/>
              <a:gd name="T24" fmla="*/ 505 w 671"/>
              <a:gd name="T25" fmla="*/ 199 h 641"/>
              <a:gd name="T26" fmla="*/ 671 w 671"/>
              <a:gd name="T27" fmla="*/ 393 h 641"/>
              <a:gd name="T28" fmla="*/ 671 w 671"/>
              <a:gd name="T29" fmla="*/ 641 h 641"/>
              <a:gd name="T30" fmla="*/ 81 w 671"/>
              <a:gd name="T31" fmla="*/ 150 h 641"/>
              <a:gd name="T32" fmla="*/ 81 w 671"/>
              <a:gd name="T33" fmla="*/ 150 h 641"/>
              <a:gd name="T34" fmla="*/ 80 w 671"/>
              <a:gd name="T35" fmla="*/ 150 h 641"/>
              <a:gd name="T36" fmla="*/ 0 w 671"/>
              <a:gd name="T37" fmla="*/ 75 h 641"/>
              <a:gd name="T38" fmla="*/ 82 w 671"/>
              <a:gd name="T39" fmla="*/ 0 h 641"/>
              <a:gd name="T40" fmla="*/ 162 w 671"/>
              <a:gd name="T41" fmla="*/ 75 h 641"/>
              <a:gd name="T42" fmla="*/ 81 w 671"/>
              <a:gd name="T43" fmla="*/ 150 h 641"/>
              <a:gd name="T44" fmla="*/ 152 w 671"/>
              <a:gd name="T45" fmla="*/ 641 h 641"/>
              <a:gd name="T46" fmla="*/ 152 w 671"/>
              <a:gd name="T47" fmla="*/ 641 h 641"/>
              <a:gd name="T48" fmla="*/ 9 w 671"/>
              <a:gd name="T49" fmla="*/ 641 h 641"/>
              <a:gd name="T50" fmla="*/ 9 w 671"/>
              <a:gd name="T51" fmla="*/ 209 h 641"/>
              <a:gd name="T52" fmla="*/ 152 w 671"/>
              <a:gd name="T53" fmla="*/ 209 h 641"/>
              <a:gd name="T54" fmla="*/ 152 w 671"/>
              <a:gd name="T55" fmla="*/ 641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1" h="641">
                <a:moveTo>
                  <a:pt x="671" y="641"/>
                </a:moveTo>
                <a:lnTo>
                  <a:pt x="671" y="641"/>
                </a:lnTo>
                <a:lnTo>
                  <a:pt x="527" y="641"/>
                </a:lnTo>
                <a:lnTo>
                  <a:pt x="527" y="410"/>
                </a:lnTo>
                <a:cubicBezTo>
                  <a:pt x="527" y="352"/>
                  <a:pt x="506" y="312"/>
                  <a:pt x="454" y="312"/>
                </a:cubicBezTo>
                <a:cubicBezTo>
                  <a:pt x="415" y="312"/>
                  <a:pt x="391" y="339"/>
                  <a:pt x="380" y="365"/>
                </a:cubicBezTo>
                <a:cubicBezTo>
                  <a:pt x="377" y="374"/>
                  <a:pt x="376" y="387"/>
                  <a:pt x="376" y="400"/>
                </a:cubicBezTo>
                <a:lnTo>
                  <a:pt x="376" y="641"/>
                </a:lnTo>
                <a:lnTo>
                  <a:pt x="232" y="641"/>
                </a:lnTo>
                <a:cubicBezTo>
                  <a:pt x="232" y="641"/>
                  <a:pt x="234" y="249"/>
                  <a:pt x="232" y="209"/>
                </a:cubicBezTo>
                <a:lnTo>
                  <a:pt x="376" y="209"/>
                </a:lnTo>
                <a:lnTo>
                  <a:pt x="376" y="270"/>
                </a:lnTo>
                <a:cubicBezTo>
                  <a:pt x="395" y="241"/>
                  <a:pt x="429" y="199"/>
                  <a:pt x="505" y="199"/>
                </a:cubicBezTo>
                <a:cubicBezTo>
                  <a:pt x="600" y="199"/>
                  <a:pt x="671" y="260"/>
                  <a:pt x="671" y="393"/>
                </a:cubicBezTo>
                <a:lnTo>
                  <a:pt x="671" y="641"/>
                </a:lnTo>
                <a:close/>
                <a:moveTo>
                  <a:pt x="81" y="150"/>
                </a:moveTo>
                <a:lnTo>
                  <a:pt x="81" y="150"/>
                </a:lnTo>
                <a:lnTo>
                  <a:pt x="80" y="150"/>
                </a:lnTo>
                <a:cubicBezTo>
                  <a:pt x="31" y="150"/>
                  <a:pt x="0" y="117"/>
                  <a:pt x="0" y="75"/>
                </a:cubicBezTo>
                <a:cubicBezTo>
                  <a:pt x="0" y="33"/>
                  <a:pt x="32" y="0"/>
                  <a:pt x="82" y="0"/>
                </a:cubicBezTo>
                <a:cubicBezTo>
                  <a:pt x="131" y="0"/>
                  <a:pt x="161" y="33"/>
                  <a:pt x="162" y="75"/>
                </a:cubicBezTo>
                <a:cubicBezTo>
                  <a:pt x="162" y="117"/>
                  <a:pt x="131" y="150"/>
                  <a:pt x="81" y="150"/>
                </a:cubicBezTo>
                <a:close/>
                <a:moveTo>
                  <a:pt x="152" y="641"/>
                </a:moveTo>
                <a:lnTo>
                  <a:pt x="152" y="641"/>
                </a:lnTo>
                <a:lnTo>
                  <a:pt x="9" y="641"/>
                </a:lnTo>
                <a:lnTo>
                  <a:pt x="9" y="209"/>
                </a:lnTo>
                <a:lnTo>
                  <a:pt x="152" y="209"/>
                </a:lnTo>
                <a:lnTo>
                  <a:pt x="152" y="641"/>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acebook">
            <a:hlinkClick r:id="rId3"/>
            <a:extLst>
              <a:ext uri="{FF2B5EF4-FFF2-40B4-BE49-F238E27FC236}">
                <a16:creationId xmlns:a16="http://schemas.microsoft.com/office/drawing/2014/main" id="{D3CE881A-2E2C-4BF7-81A2-0B6ABD537CEA}"/>
              </a:ext>
            </a:extLst>
          </p:cNvPr>
          <p:cNvSpPr>
            <a:spLocks/>
          </p:cNvSpPr>
          <p:nvPr userDrawn="1"/>
        </p:nvSpPr>
        <p:spPr bwMode="auto">
          <a:xfrm>
            <a:off x="9674955" y="5537234"/>
            <a:ext cx="121831" cy="262851"/>
          </a:xfrm>
          <a:custGeom>
            <a:avLst/>
            <a:gdLst>
              <a:gd name="T0" fmla="*/ 321 w 321"/>
              <a:gd name="T1" fmla="*/ 223 h 690"/>
              <a:gd name="T2" fmla="*/ 321 w 321"/>
              <a:gd name="T3" fmla="*/ 223 h 690"/>
              <a:gd name="T4" fmla="*/ 212 w 321"/>
              <a:gd name="T5" fmla="*/ 223 h 690"/>
              <a:gd name="T6" fmla="*/ 212 w 321"/>
              <a:gd name="T7" fmla="*/ 152 h 690"/>
              <a:gd name="T8" fmla="*/ 242 w 321"/>
              <a:gd name="T9" fmla="*/ 118 h 690"/>
              <a:gd name="T10" fmla="*/ 319 w 321"/>
              <a:gd name="T11" fmla="*/ 118 h 690"/>
              <a:gd name="T12" fmla="*/ 319 w 321"/>
              <a:gd name="T13" fmla="*/ 0 h 690"/>
              <a:gd name="T14" fmla="*/ 213 w 321"/>
              <a:gd name="T15" fmla="*/ 0 h 690"/>
              <a:gd name="T16" fmla="*/ 69 w 321"/>
              <a:gd name="T17" fmla="*/ 144 h 690"/>
              <a:gd name="T18" fmla="*/ 69 w 321"/>
              <a:gd name="T19" fmla="*/ 223 h 690"/>
              <a:gd name="T20" fmla="*/ 0 w 321"/>
              <a:gd name="T21" fmla="*/ 223 h 690"/>
              <a:gd name="T22" fmla="*/ 0 w 321"/>
              <a:gd name="T23" fmla="*/ 345 h 690"/>
              <a:gd name="T24" fmla="*/ 69 w 321"/>
              <a:gd name="T25" fmla="*/ 345 h 690"/>
              <a:gd name="T26" fmla="*/ 69 w 321"/>
              <a:gd name="T27" fmla="*/ 690 h 690"/>
              <a:gd name="T28" fmla="*/ 212 w 321"/>
              <a:gd name="T29" fmla="*/ 690 h 690"/>
              <a:gd name="T30" fmla="*/ 212 w 321"/>
              <a:gd name="T31" fmla="*/ 345 h 690"/>
              <a:gd name="T32" fmla="*/ 309 w 321"/>
              <a:gd name="T33" fmla="*/ 345 h 690"/>
              <a:gd name="T34" fmla="*/ 321 w 321"/>
              <a:gd name="T35" fmla="*/ 223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1" h="690">
                <a:moveTo>
                  <a:pt x="321" y="223"/>
                </a:moveTo>
                <a:lnTo>
                  <a:pt x="321" y="223"/>
                </a:lnTo>
                <a:lnTo>
                  <a:pt x="212" y="223"/>
                </a:lnTo>
                <a:lnTo>
                  <a:pt x="212" y="152"/>
                </a:lnTo>
                <a:cubicBezTo>
                  <a:pt x="212" y="125"/>
                  <a:pt x="230" y="118"/>
                  <a:pt x="242" y="118"/>
                </a:cubicBezTo>
                <a:lnTo>
                  <a:pt x="319" y="118"/>
                </a:lnTo>
                <a:lnTo>
                  <a:pt x="319" y="0"/>
                </a:lnTo>
                <a:lnTo>
                  <a:pt x="213" y="0"/>
                </a:lnTo>
                <a:cubicBezTo>
                  <a:pt x="95" y="0"/>
                  <a:pt x="69" y="88"/>
                  <a:pt x="69" y="144"/>
                </a:cubicBezTo>
                <a:lnTo>
                  <a:pt x="69" y="223"/>
                </a:lnTo>
                <a:lnTo>
                  <a:pt x="0" y="223"/>
                </a:lnTo>
                <a:lnTo>
                  <a:pt x="0" y="345"/>
                </a:lnTo>
                <a:lnTo>
                  <a:pt x="69" y="345"/>
                </a:lnTo>
                <a:lnTo>
                  <a:pt x="69" y="690"/>
                </a:lnTo>
                <a:lnTo>
                  <a:pt x="212" y="690"/>
                </a:lnTo>
                <a:lnTo>
                  <a:pt x="212" y="345"/>
                </a:lnTo>
                <a:lnTo>
                  <a:pt x="309" y="345"/>
                </a:lnTo>
                <a:lnTo>
                  <a:pt x="321" y="223"/>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Twitter">
            <a:hlinkClick r:id="rId4"/>
            <a:extLst>
              <a:ext uri="{FF2B5EF4-FFF2-40B4-BE49-F238E27FC236}">
                <a16:creationId xmlns:a16="http://schemas.microsoft.com/office/drawing/2014/main" id="{BF12F575-1E00-479B-A66D-E741929EE483}"/>
              </a:ext>
            </a:extLst>
          </p:cNvPr>
          <p:cNvSpPr>
            <a:spLocks/>
          </p:cNvSpPr>
          <p:nvPr userDrawn="1"/>
        </p:nvSpPr>
        <p:spPr bwMode="auto">
          <a:xfrm>
            <a:off x="10031913" y="5580629"/>
            <a:ext cx="268783" cy="219456"/>
          </a:xfrm>
          <a:custGeom>
            <a:avLst/>
            <a:gdLst>
              <a:gd name="T0" fmla="*/ 709 w 709"/>
              <a:gd name="T1" fmla="*/ 68 h 576"/>
              <a:gd name="T2" fmla="*/ 709 w 709"/>
              <a:gd name="T3" fmla="*/ 68 h 576"/>
              <a:gd name="T4" fmla="*/ 626 w 709"/>
              <a:gd name="T5" fmla="*/ 91 h 576"/>
              <a:gd name="T6" fmla="*/ 690 w 709"/>
              <a:gd name="T7" fmla="*/ 11 h 576"/>
              <a:gd name="T8" fmla="*/ 597 w 709"/>
              <a:gd name="T9" fmla="*/ 46 h 576"/>
              <a:gd name="T10" fmla="*/ 491 w 709"/>
              <a:gd name="T11" fmla="*/ 0 h 576"/>
              <a:gd name="T12" fmla="*/ 346 w 709"/>
              <a:gd name="T13" fmla="*/ 145 h 576"/>
              <a:gd name="T14" fmla="*/ 350 w 709"/>
              <a:gd name="T15" fmla="*/ 179 h 576"/>
              <a:gd name="T16" fmla="*/ 50 w 709"/>
              <a:gd name="T17" fmla="*/ 27 h 576"/>
              <a:gd name="T18" fmla="*/ 30 w 709"/>
              <a:gd name="T19" fmla="*/ 100 h 576"/>
              <a:gd name="T20" fmla="*/ 95 w 709"/>
              <a:gd name="T21" fmla="*/ 221 h 576"/>
              <a:gd name="T22" fmla="*/ 29 w 709"/>
              <a:gd name="T23" fmla="*/ 203 h 576"/>
              <a:gd name="T24" fmla="*/ 29 w 709"/>
              <a:gd name="T25" fmla="*/ 204 h 576"/>
              <a:gd name="T26" fmla="*/ 146 w 709"/>
              <a:gd name="T27" fmla="*/ 347 h 576"/>
              <a:gd name="T28" fmla="*/ 107 w 709"/>
              <a:gd name="T29" fmla="*/ 352 h 576"/>
              <a:gd name="T30" fmla="*/ 80 w 709"/>
              <a:gd name="T31" fmla="*/ 349 h 576"/>
              <a:gd name="T32" fmla="*/ 216 w 709"/>
              <a:gd name="T33" fmla="*/ 450 h 576"/>
              <a:gd name="T34" fmla="*/ 35 w 709"/>
              <a:gd name="T35" fmla="*/ 513 h 576"/>
              <a:gd name="T36" fmla="*/ 0 w 709"/>
              <a:gd name="T37" fmla="*/ 511 h 576"/>
              <a:gd name="T38" fmla="*/ 223 w 709"/>
              <a:gd name="T39" fmla="*/ 576 h 576"/>
              <a:gd name="T40" fmla="*/ 637 w 709"/>
              <a:gd name="T41" fmla="*/ 162 h 576"/>
              <a:gd name="T42" fmla="*/ 637 w 709"/>
              <a:gd name="T43" fmla="*/ 143 h 576"/>
              <a:gd name="T44" fmla="*/ 709 w 709"/>
              <a:gd name="T45" fmla="*/ 68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09" h="576">
                <a:moveTo>
                  <a:pt x="709" y="68"/>
                </a:moveTo>
                <a:lnTo>
                  <a:pt x="709" y="68"/>
                </a:lnTo>
                <a:cubicBezTo>
                  <a:pt x="683" y="80"/>
                  <a:pt x="655" y="88"/>
                  <a:pt x="626" y="91"/>
                </a:cubicBezTo>
                <a:cubicBezTo>
                  <a:pt x="656" y="73"/>
                  <a:pt x="679" y="45"/>
                  <a:pt x="690" y="11"/>
                </a:cubicBezTo>
                <a:cubicBezTo>
                  <a:pt x="662" y="27"/>
                  <a:pt x="630" y="39"/>
                  <a:pt x="597" y="46"/>
                </a:cubicBezTo>
                <a:cubicBezTo>
                  <a:pt x="571" y="18"/>
                  <a:pt x="533" y="0"/>
                  <a:pt x="491" y="0"/>
                </a:cubicBezTo>
                <a:cubicBezTo>
                  <a:pt x="411" y="0"/>
                  <a:pt x="346" y="65"/>
                  <a:pt x="346" y="145"/>
                </a:cubicBezTo>
                <a:cubicBezTo>
                  <a:pt x="346" y="157"/>
                  <a:pt x="347" y="168"/>
                  <a:pt x="350" y="179"/>
                </a:cubicBezTo>
                <a:cubicBezTo>
                  <a:pt x="229" y="172"/>
                  <a:pt x="122" y="115"/>
                  <a:pt x="50" y="27"/>
                </a:cubicBezTo>
                <a:cubicBezTo>
                  <a:pt x="37" y="48"/>
                  <a:pt x="30" y="73"/>
                  <a:pt x="30" y="100"/>
                </a:cubicBezTo>
                <a:cubicBezTo>
                  <a:pt x="30" y="150"/>
                  <a:pt x="56" y="195"/>
                  <a:pt x="95" y="221"/>
                </a:cubicBezTo>
                <a:cubicBezTo>
                  <a:pt x="71" y="220"/>
                  <a:pt x="49" y="213"/>
                  <a:pt x="29" y="203"/>
                </a:cubicBezTo>
                <a:cubicBezTo>
                  <a:pt x="29" y="203"/>
                  <a:pt x="29" y="204"/>
                  <a:pt x="29" y="204"/>
                </a:cubicBezTo>
                <a:cubicBezTo>
                  <a:pt x="29" y="275"/>
                  <a:pt x="79" y="334"/>
                  <a:pt x="146" y="347"/>
                </a:cubicBezTo>
                <a:cubicBezTo>
                  <a:pt x="133" y="350"/>
                  <a:pt x="121" y="352"/>
                  <a:pt x="107" y="352"/>
                </a:cubicBezTo>
                <a:cubicBezTo>
                  <a:pt x="98" y="352"/>
                  <a:pt x="89" y="351"/>
                  <a:pt x="80" y="349"/>
                </a:cubicBezTo>
                <a:cubicBezTo>
                  <a:pt x="98" y="407"/>
                  <a:pt x="152" y="449"/>
                  <a:pt x="216" y="450"/>
                </a:cubicBezTo>
                <a:cubicBezTo>
                  <a:pt x="166" y="489"/>
                  <a:pt x="103" y="513"/>
                  <a:pt x="35" y="513"/>
                </a:cubicBezTo>
                <a:cubicBezTo>
                  <a:pt x="23" y="513"/>
                  <a:pt x="12" y="512"/>
                  <a:pt x="0" y="511"/>
                </a:cubicBezTo>
                <a:cubicBezTo>
                  <a:pt x="65" y="552"/>
                  <a:pt x="141" y="576"/>
                  <a:pt x="223" y="576"/>
                </a:cubicBezTo>
                <a:cubicBezTo>
                  <a:pt x="491" y="576"/>
                  <a:pt x="637" y="354"/>
                  <a:pt x="637" y="162"/>
                </a:cubicBezTo>
                <a:cubicBezTo>
                  <a:pt x="637" y="156"/>
                  <a:pt x="637" y="150"/>
                  <a:pt x="637" y="143"/>
                </a:cubicBezTo>
                <a:cubicBezTo>
                  <a:pt x="665" y="123"/>
                  <a:pt x="690" y="97"/>
                  <a:pt x="709" y="68"/>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YouTube">
            <a:hlinkClick r:id="rId5"/>
            <a:extLst>
              <a:ext uri="{FF2B5EF4-FFF2-40B4-BE49-F238E27FC236}">
                <a16:creationId xmlns:a16="http://schemas.microsoft.com/office/drawing/2014/main" id="{7FB14B23-C759-4C47-887D-A27839DAE366}"/>
              </a:ext>
            </a:extLst>
          </p:cNvPr>
          <p:cNvSpPr>
            <a:spLocks noEditPoints="1"/>
          </p:cNvSpPr>
          <p:nvPr userDrawn="1"/>
        </p:nvSpPr>
        <p:spPr bwMode="auto">
          <a:xfrm>
            <a:off x="10916563" y="5594887"/>
            <a:ext cx="290762" cy="205198"/>
          </a:xfrm>
          <a:custGeom>
            <a:avLst/>
            <a:gdLst>
              <a:gd name="T0" fmla="*/ 307 w 768"/>
              <a:gd name="T1" fmla="*/ 384 h 538"/>
              <a:gd name="T2" fmla="*/ 307 w 768"/>
              <a:gd name="T3" fmla="*/ 384 h 538"/>
              <a:gd name="T4" fmla="*/ 307 w 768"/>
              <a:gd name="T5" fmla="*/ 154 h 538"/>
              <a:gd name="T6" fmla="*/ 507 w 768"/>
              <a:gd name="T7" fmla="*/ 269 h 538"/>
              <a:gd name="T8" fmla="*/ 307 w 768"/>
              <a:gd name="T9" fmla="*/ 384 h 538"/>
              <a:gd name="T10" fmla="*/ 752 w 768"/>
              <a:gd name="T11" fmla="*/ 84 h 538"/>
              <a:gd name="T12" fmla="*/ 752 w 768"/>
              <a:gd name="T13" fmla="*/ 84 h 538"/>
              <a:gd name="T14" fmla="*/ 684 w 768"/>
              <a:gd name="T15" fmla="*/ 16 h 538"/>
              <a:gd name="T16" fmla="*/ 384 w 768"/>
              <a:gd name="T17" fmla="*/ 0 h 538"/>
              <a:gd name="T18" fmla="*/ 84 w 768"/>
              <a:gd name="T19" fmla="*/ 16 h 538"/>
              <a:gd name="T20" fmla="*/ 16 w 768"/>
              <a:gd name="T21" fmla="*/ 84 h 538"/>
              <a:gd name="T22" fmla="*/ 0 w 768"/>
              <a:gd name="T23" fmla="*/ 269 h 538"/>
              <a:gd name="T24" fmla="*/ 16 w 768"/>
              <a:gd name="T25" fmla="*/ 454 h 538"/>
              <a:gd name="T26" fmla="*/ 84 w 768"/>
              <a:gd name="T27" fmla="*/ 522 h 538"/>
              <a:gd name="T28" fmla="*/ 384 w 768"/>
              <a:gd name="T29" fmla="*/ 538 h 538"/>
              <a:gd name="T30" fmla="*/ 684 w 768"/>
              <a:gd name="T31" fmla="*/ 522 h 538"/>
              <a:gd name="T32" fmla="*/ 752 w 768"/>
              <a:gd name="T33" fmla="*/ 454 h 538"/>
              <a:gd name="T34" fmla="*/ 768 w 768"/>
              <a:gd name="T35" fmla="*/ 269 h 538"/>
              <a:gd name="T36" fmla="*/ 752 w 768"/>
              <a:gd name="T37" fmla="*/ 84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8" h="538">
                <a:moveTo>
                  <a:pt x="307" y="384"/>
                </a:moveTo>
                <a:lnTo>
                  <a:pt x="307" y="384"/>
                </a:lnTo>
                <a:lnTo>
                  <a:pt x="307" y="154"/>
                </a:lnTo>
                <a:lnTo>
                  <a:pt x="507" y="269"/>
                </a:lnTo>
                <a:lnTo>
                  <a:pt x="307" y="384"/>
                </a:lnTo>
                <a:close/>
                <a:moveTo>
                  <a:pt x="752" y="84"/>
                </a:moveTo>
                <a:lnTo>
                  <a:pt x="752" y="84"/>
                </a:lnTo>
                <a:cubicBezTo>
                  <a:pt x="743" y="51"/>
                  <a:pt x="717" y="25"/>
                  <a:pt x="684" y="16"/>
                </a:cubicBezTo>
                <a:cubicBezTo>
                  <a:pt x="624" y="0"/>
                  <a:pt x="384" y="0"/>
                  <a:pt x="384" y="0"/>
                </a:cubicBezTo>
                <a:cubicBezTo>
                  <a:pt x="384" y="0"/>
                  <a:pt x="144" y="0"/>
                  <a:pt x="84" y="16"/>
                </a:cubicBezTo>
                <a:cubicBezTo>
                  <a:pt x="51" y="25"/>
                  <a:pt x="25" y="51"/>
                  <a:pt x="16" y="84"/>
                </a:cubicBezTo>
                <a:cubicBezTo>
                  <a:pt x="0" y="144"/>
                  <a:pt x="0" y="269"/>
                  <a:pt x="0" y="269"/>
                </a:cubicBezTo>
                <a:cubicBezTo>
                  <a:pt x="0" y="269"/>
                  <a:pt x="0" y="394"/>
                  <a:pt x="16" y="454"/>
                </a:cubicBezTo>
                <a:cubicBezTo>
                  <a:pt x="25" y="487"/>
                  <a:pt x="51" y="513"/>
                  <a:pt x="84" y="522"/>
                </a:cubicBezTo>
                <a:cubicBezTo>
                  <a:pt x="144" y="538"/>
                  <a:pt x="384" y="538"/>
                  <a:pt x="384" y="538"/>
                </a:cubicBezTo>
                <a:cubicBezTo>
                  <a:pt x="384" y="538"/>
                  <a:pt x="624" y="538"/>
                  <a:pt x="684" y="522"/>
                </a:cubicBezTo>
                <a:cubicBezTo>
                  <a:pt x="717" y="513"/>
                  <a:pt x="743" y="487"/>
                  <a:pt x="752" y="454"/>
                </a:cubicBezTo>
                <a:cubicBezTo>
                  <a:pt x="768" y="394"/>
                  <a:pt x="768" y="269"/>
                  <a:pt x="768" y="269"/>
                </a:cubicBezTo>
                <a:cubicBezTo>
                  <a:pt x="768" y="269"/>
                  <a:pt x="768" y="144"/>
                  <a:pt x="752" y="84"/>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pic>
        <p:nvPicPr>
          <p:cNvPr id="10" name="Picture 22" descr="A close up of a sign&#10;&#10;Description automatically generated">
            <a:extLst>
              <a:ext uri="{FF2B5EF4-FFF2-40B4-BE49-F238E27FC236}">
                <a16:creationId xmlns:a16="http://schemas.microsoft.com/office/drawing/2014/main" id="{1BF68AD8-32F7-6640-ABD8-B8FA66DB0802}"/>
              </a:ext>
            </a:extLst>
          </p:cNvPr>
          <p:cNvPicPr>
            <a:picLocks noChangeAspect="1"/>
          </p:cNvPicPr>
          <p:nvPr userDrawn="1"/>
        </p:nvPicPr>
        <p:blipFill>
          <a:blip r:embed="rId6"/>
          <a:stretch>
            <a:fillRect/>
          </a:stretch>
        </p:blipFill>
        <p:spPr>
          <a:xfrm>
            <a:off x="10475771" y="5555833"/>
            <a:ext cx="265741" cy="262852"/>
          </a:xfrm>
          <a:prstGeom prst="rect">
            <a:avLst/>
          </a:prstGeom>
        </p:spPr>
      </p:pic>
    </p:spTree>
    <p:extLst>
      <p:ext uri="{BB962C8B-B14F-4D97-AF65-F5344CB8AC3E}">
        <p14:creationId xmlns:p14="http://schemas.microsoft.com/office/powerpoint/2010/main" val="3070913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0">
          <p15:clr>
            <a:srgbClr val="FBAE40"/>
          </p15:clr>
        </p15:guide>
        <p15:guide id="2" orient="horz" pos="3832">
          <p15:clr>
            <a:srgbClr val="FBAE40"/>
          </p15:clr>
        </p15:guide>
        <p15:guide id="3" pos="5588">
          <p15:clr>
            <a:srgbClr val="FBAE40"/>
          </p15:clr>
        </p15:guide>
        <p15:guide id="4" pos="5786">
          <p15:clr>
            <a:srgbClr val="FBAE40"/>
          </p15:clr>
        </p15:guide>
        <p15:guide id="5" orient="horz" pos="4148">
          <p15:clr>
            <a:srgbClr val="FBAE40"/>
          </p15:clr>
        </p15:guide>
        <p15:guide id="6" pos="5386">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Appendix slide">
    <p:bg>
      <p:bgPr>
        <a:solidFill>
          <a:srgbClr val="006E74"/>
        </a:solidFill>
        <a:effectLst/>
      </p:bgPr>
    </p:bg>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
        <p:nvSpPr>
          <p:cNvPr id="3" name="TextBox 2">
            <a:extLst>
              <a:ext uri="{FF2B5EF4-FFF2-40B4-BE49-F238E27FC236}">
                <a16:creationId xmlns:a16="http://schemas.microsoft.com/office/drawing/2014/main" id="{BBAC10D0-7A8D-F54B-AFA4-6CBFAE45447B}"/>
              </a:ext>
            </a:extLst>
          </p:cNvPr>
          <p:cNvSpPr txBox="1"/>
          <p:nvPr userDrawn="1"/>
        </p:nvSpPr>
        <p:spPr>
          <a:xfrm>
            <a:off x="365760" y="1737360"/>
            <a:ext cx="6702305" cy="2103120"/>
          </a:xfrm>
          <a:prstGeom prst="rect">
            <a:avLst/>
          </a:prstGeom>
          <a:noFill/>
        </p:spPr>
        <p:txBody>
          <a:bodyPr wrap="square" lIns="0" tIns="0" rIns="0" bIns="0" rtlCol="0" anchor="b" anchorCtr="0">
            <a:noAutofit/>
          </a:bodyPr>
          <a:lstStyle/>
          <a:p>
            <a:pPr marL="0" marR="0" indent="0" algn="l" defTabSz="914400" rtl="0" eaLnBrk="1" fontAlgn="auto" latinLnBrk="0" hangingPunct="1">
              <a:lnSpc>
                <a:spcPct val="100000"/>
              </a:lnSpc>
              <a:spcBef>
                <a:spcPts val="1200"/>
              </a:spcBef>
              <a:spcAft>
                <a:spcPts val="0"/>
              </a:spcAft>
              <a:buClrTx/>
              <a:buSzPct val="100000"/>
              <a:buFont typeface="Arial"/>
              <a:buNone/>
              <a:tabLst/>
              <a:defRPr/>
            </a:pPr>
            <a:r>
              <a:rPr kumimoji="0" lang="en-US" sz="4800" b="0" i="0" u="none" strike="noStrike" kern="1200" cap="none" spc="0" normalizeH="0" baseline="0" noProof="0">
                <a:ln>
                  <a:noFill/>
                </a:ln>
                <a:solidFill>
                  <a:srgbClr val="FFFFFF"/>
                </a:solidFill>
                <a:effectLst/>
                <a:uLnTx/>
                <a:uFillTx/>
                <a:latin typeface="+mn-lt"/>
                <a:ea typeface="+mj-ea"/>
                <a:cs typeface="+mj-cs"/>
              </a:rPr>
              <a:t>Appendix</a:t>
            </a:r>
            <a:endParaRPr lang="en-US" sz="4800" b="0"/>
          </a:p>
        </p:txBody>
      </p:sp>
    </p:spTree>
    <p:extLst>
      <p:ext uri="{BB962C8B-B14F-4D97-AF65-F5344CB8AC3E}">
        <p14:creationId xmlns:p14="http://schemas.microsoft.com/office/powerpoint/2010/main" val="17869115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theme" Target="../theme/theme1.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0C88FF-867A-4400-B205-E69EFB354EF3}"/>
              </a:ext>
            </a:extLst>
          </p:cNvPr>
          <p:cNvSpPr>
            <a:spLocks noGrp="1"/>
          </p:cNvSpPr>
          <p:nvPr>
            <p:ph type="title"/>
          </p:nvPr>
        </p:nvSpPr>
        <p:spPr>
          <a:xfrm>
            <a:off x="365760" y="365760"/>
            <a:ext cx="11457432" cy="914400"/>
          </a:xfrm>
          <a:prstGeom prst="rect">
            <a:avLst/>
          </a:prstGeom>
        </p:spPr>
        <p:txBody>
          <a:bodyPr vert="horz" lIns="0" tIns="0" rIns="0" bIns="0" rtlCol="0" anchor="t" anchorCtr="0">
            <a:noAutofit/>
          </a:bodyPr>
          <a:lstStyle/>
          <a:p>
            <a:r>
              <a:rPr lang="en-US"/>
              <a:t>[Slide title]</a:t>
            </a:r>
          </a:p>
        </p:txBody>
      </p:sp>
      <p:sp>
        <p:nvSpPr>
          <p:cNvPr id="3" name="Text Placeholder 2">
            <a:extLst>
              <a:ext uri="{FF2B5EF4-FFF2-40B4-BE49-F238E27FC236}">
                <a16:creationId xmlns:a16="http://schemas.microsoft.com/office/drawing/2014/main" id="{CFDE4FC5-C208-4061-8E32-8B795BC19E6E}"/>
              </a:ext>
            </a:extLst>
          </p:cNvPr>
          <p:cNvSpPr>
            <a:spLocks noGrp="1"/>
          </p:cNvSpPr>
          <p:nvPr>
            <p:ph type="body" idx="1"/>
          </p:nvPr>
        </p:nvSpPr>
        <p:spPr>
          <a:xfrm>
            <a:off x="365760" y="1828800"/>
            <a:ext cx="11457432" cy="4251960"/>
          </a:xfrm>
          <a:prstGeom prst="rect">
            <a:avLst/>
          </a:prstGeom>
        </p:spPr>
        <p:txBody>
          <a:bodyPr vert="horz" lIns="0" tIns="0" rIns="0" bIns="0" spcCol="30175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UST" descr="UST">
            <a:extLst>
              <a:ext uri="{FF2B5EF4-FFF2-40B4-BE49-F238E27FC236}">
                <a16:creationId xmlns:a16="http://schemas.microsoft.com/office/drawing/2014/main" id="{0C48BBCD-09F2-451F-A9A1-8D9631C8078B}"/>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Legal">
            <a:extLst>
              <a:ext uri="{FF2B5EF4-FFF2-40B4-BE49-F238E27FC236}">
                <a16:creationId xmlns:a16="http://schemas.microsoft.com/office/drawing/2014/main" id="{4CF0DBC0-0449-664B-8AD9-C52EDB6E5938}"/>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t>Confidential and Proprietary. © 2024 UST</a:t>
            </a:r>
          </a:p>
        </p:txBody>
      </p:sp>
      <p:sp>
        <p:nvSpPr>
          <p:cNvPr id="7" name="Slide Number Placeholder 10">
            <a:extLst>
              <a:ext uri="{FF2B5EF4-FFF2-40B4-BE49-F238E27FC236}">
                <a16:creationId xmlns:a16="http://schemas.microsoft.com/office/drawing/2014/main" id="{6B83DCED-BA11-D543-A375-D7063D8D94E9}"/>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mn-lt"/>
                <a:cs typeface="Trebuchet MS"/>
              </a:rPr>
              <a:t> </a:t>
            </a:r>
            <a:fld id="{110FD68B-4EE4-9D43-89F2-B87D6C9CEE3A}" type="slidenum">
              <a:rPr lang="en-US" sz="800" smtClean="0">
                <a:solidFill>
                  <a:schemeClr val="tx1"/>
                </a:solidFill>
                <a:latin typeface="+mn-lt"/>
                <a:cs typeface="Trebuchet MS"/>
              </a:rPr>
              <a:pPr algn="r"/>
              <a:t>‹#›</a:t>
            </a:fld>
            <a:endParaRPr lang="en-US" sz="800">
              <a:solidFill>
                <a:schemeClr val="tx1"/>
              </a:solidFill>
              <a:latin typeface="+mn-lt"/>
              <a:cs typeface="Trebuchet MS"/>
            </a:endParaRPr>
          </a:p>
        </p:txBody>
      </p:sp>
    </p:spTree>
    <p:extLst>
      <p:ext uri="{BB962C8B-B14F-4D97-AF65-F5344CB8AC3E}">
        <p14:creationId xmlns:p14="http://schemas.microsoft.com/office/powerpoint/2010/main" val="35073285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750" r:id="rId4"/>
    <p:sldLayoutId id="2147483751" r:id="rId5"/>
    <p:sldLayoutId id="2147483752"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 id="2147483683" r:id="rId26"/>
    <p:sldLayoutId id="2147483684" r:id="rId27"/>
    <p:sldLayoutId id="2147483685" r:id="rId28"/>
    <p:sldLayoutId id="2147483686" r:id="rId29"/>
    <p:sldLayoutId id="2147483687" r:id="rId30"/>
    <p:sldLayoutId id="2147483688" r:id="rId31"/>
    <p:sldLayoutId id="2147483689" r:id="rId32"/>
    <p:sldLayoutId id="2147483690" r:id="rId33"/>
    <p:sldLayoutId id="2147483691" r:id="rId34"/>
    <p:sldLayoutId id="2147483692" r:id="rId35"/>
    <p:sldLayoutId id="2147483693" r:id="rId36"/>
    <p:sldLayoutId id="2147483694" r:id="rId37"/>
    <p:sldLayoutId id="2147483695" r:id="rId38"/>
    <p:sldLayoutId id="2147483696" r:id="rId39"/>
    <p:sldLayoutId id="2147483697" r:id="rId40"/>
    <p:sldLayoutId id="2147483698" r:id="rId41"/>
    <p:sldLayoutId id="2147483699" r:id="rId42"/>
    <p:sldLayoutId id="2147483700" r:id="rId43"/>
    <p:sldLayoutId id="2147483701" r:id="rId44"/>
    <p:sldLayoutId id="2147483702" r:id="rId45"/>
    <p:sldLayoutId id="2147483703" r:id="rId46"/>
    <p:sldLayoutId id="2147483706" r:id="rId47"/>
    <p:sldLayoutId id="2147483707" r:id="rId48"/>
    <p:sldLayoutId id="2147483708" r:id="rId49"/>
    <p:sldLayoutId id="2147483709" r:id="rId50"/>
    <p:sldLayoutId id="2147483710" r:id="rId51"/>
    <p:sldLayoutId id="2147483711" r:id="rId52"/>
    <p:sldLayoutId id="2147483712" r:id="rId53"/>
    <p:sldLayoutId id="2147483713" r:id="rId54"/>
    <p:sldLayoutId id="2147483714" r:id="rId55"/>
    <p:sldLayoutId id="2147483715" r:id="rId56"/>
    <p:sldLayoutId id="2147483716" r:id="rId57"/>
    <p:sldLayoutId id="2147483717" r:id="rId58"/>
    <p:sldLayoutId id="2147483718" r:id="rId59"/>
    <p:sldLayoutId id="2147483719" r:id="rId60"/>
    <p:sldLayoutId id="2147483720" r:id="rId61"/>
    <p:sldLayoutId id="2147483721" r:id="rId62"/>
    <p:sldLayoutId id="2147483722" r:id="rId63"/>
    <p:sldLayoutId id="2147483723" r:id="rId64"/>
    <p:sldLayoutId id="2147483724" r:id="rId65"/>
    <p:sldLayoutId id="2147483725" r:id="rId66"/>
    <p:sldLayoutId id="2147483726" r:id="rId67"/>
    <p:sldLayoutId id="2147483727" r:id="rId68"/>
    <p:sldLayoutId id="2147483728" r:id="rId69"/>
    <p:sldLayoutId id="2147483729" r:id="rId70"/>
    <p:sldLayoutId id="2147483730" r:id="rId71"/>
    <p:sldLayoutId id="2147483731" r:id="rId72"/>
    <p:sldLayoutId id="2147483732" r:id="rId73"/>
    <p:sldLayoutId id="2147483733" r:id="rId74"/>
    <p:sldLayoutId id="2147483734" r:id="rId75"/>
    <p:sldLayoutId id="2147483735" r:id="rId76"/>
    <p:sldLayoutId id="2147483736" r:id="rId77"/>
    <p:sldLayoutId id="2147483737" r:id="rId78"/>
    <p:sldLayoutId id="2147483738" r:id="rId79"/>
    <p:sldLayoutId id="2147483739" r:id="rId80"/>
    <p:sldLayoutId id="2147483740" r:id="rId81"/>
    <p:sldLayoutId id="2147483741" r:id="rId82"/>
    <p:sldLayoutId id="2147483742" r:id="rId83"/>
    <p:sldLayoutId id="2147483743" r:id="rId84"/>
    <p:sldLayoutId id="2147483744" r:id="rId85"/>
    <p:sldLayoutId id="2147483745" r:id="rId86"/>
    <p:sldLayoutId id="2147483746" r:id="rId87"/>
    <p:sldLayoutId id="2147483747" r:id="rId88"/>
    <p:sldLayoutId id="2147483748" r:id="rId8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0">
          <p15:clr>
            <a:srgbClr val="F26B43"/>
          </p15:clr>
        </p15:guide>
        <p15:guide id="2" pos="230">
          <p15:clr>
            <a:srgbClr val="F26B43"/>
          </p15:clr>
        </p15:guide>
        <p15:guide id="3" pos="74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126D4-F2B5-4E25-BB88-86E8F1B5559F}"/>
              </a:ext>
            </a:extLst>
          </p:cNvPr>
          <p:cNvSpPr txBox="1"/>
          <p:nvPr/>
        </p:nvSpPr>
        <p:spPr>
          <a:xfrm>
            <a:off x="1892586" y="2700676"/>
            <a:ext cx="8282763" cy="871870"/>
          </a:xfrm>
          <a:prstGeom prst="rect">
            <a:avLst/>
          </a:prstGeom>
          <a:noFill/>
        </p:spPr>
        <p:txBody>
          <a:bodyPr wrap="square" lIns="0" tIns="0" rIns="0" bIns="0" rtlCol="0">
            <a:noAutofit/>
          </a:bodyPr>
          <a:lstStyle/>
          <a:p>
            <a:pPr algn="ctr">
              <a:lnSpc>
                <a:spcPct val="100000"/>
              </a:lnSpc>
              <a:spcBef>
                <a:spcPts val="1200"/>
              </a:spcBef>
              <a:buSzPct val="100000"/>
            </a:pPr>
            <a:r>
              <a:rPr lang="en-US" sz="4000" b="1" dirty="0">
                <a:solidFill>
                  <a:srgbClr val="0097AC"/>
                </a:solidFill>
              </a:rPr>
              <a:t>TEAM FORK BOMB</a:t>
            </a:r>
          </a:p>
        </p:txBody>
      </p:sp>
      <p:sp>
        <p:nvSpPr>
          <p:cNvPr id="3" name="TextBox 2">
            <a:extLst>
              <a:ext uri="{FF2B5EF4-FFF2-40B4-BE49-F238E27FC236}">
                <a16:creationId xmlns:a16="http://schemas.microsoft.com/office/drawing/2014/main" id="{59E23C69-3D7E-E913-CE86-D98F3572C898}"/>
              </a:ext>
            </a:extLst>
          </p:cNvPr>
          <p:cNvSpPr txBox="1"/>
          <p:nvPr/>
        </p:nvSpPr>
        <p:spPr>
          <a:xfrm>
            <a:off x="8335926" y="5156791"/>
            <a:ext cx="3094074" cy="1616149"/>
          </a:xfrm>
          <a:prstGeom prst="rect">
            <a:avLst/>
          </a:prstGeom>
          <a:noFill/>
        </p:spPr>
        <p:txBody>
          <a:bodyPr wrap="square" lIns="0" tIns="0" rIns="0" bIns="0" rtlCol="0">
            <a:noAutofit/>
          </a:bodyPr>
          <a:lstStyle/>
          <a:p>
            <a:pPr marL="182880" indent="-182880">
              <a:lnSpc>
                <a:spcPct val="100000"/>
              </a:lnSpc>
              <a:spcBef>
                <a:spcPts val="1200"/>
              </a:spcBef>
              <a:buSzPct val="100000"/>
              <a:buFont typeface="Arial"/>
              <a:buChar char="•"/>
            </a:pPr>
            <a:endParaRPr lang="en-US" sz="1800" dirty="0"/>
          </a:p>
        </p:txBody>
      </p:sp>
    </p:spTree>
    <p:extLst>
      <p:ext uri="{BB962C8B-B14F-4D97-AF65-F5344CB8AC3E}">
        <p14:creationId xmlns:p14="http://schemas.microsoft.com/office/powerpoint/2010/main" val="1622970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A355BBB-C941-C361-BE44-2E92C5E827E9}"/>
              </a:ext>
            </a:extLst>
          </p:cNvPr>
          <p:cNvSpPr>
            <a:spLocks noGrp="1"/>
          </p:cNvSpPr>
          <p:nvPr>
            <p:ph type="title"/>
          </p:nvPr>
        </p:nvSpPr>
        <p:spPr>
          <a:xfrm>
            <a:off x="365760" y="387026"/>
            <a:ext cx="11457432" cy="914400"/>
          </a:xfrm>
        </p:spPr>
        <p:txBody>
          <a:bodyPr/>
          <a:lstStyle/>
          <a:p>
            <a:pPr algn="ctr"/>
            <a:r>
              <a:rPr lang="en-US" dirty="0"/>
              <a:t>TEAM MEMBERS</a:t>
            </a:r>
          </a:p>
        </p:txBody>
      </p:sp>
      <p:sp>
        <p:nvSpPr>
          <p:cNvPr id="2" name="TextBox 1">
            <a:extLst>
              <a:ext uri="{FF2B5EF4-FFF2-40B4-BE49-F238E27FC236}">
                <a16:creationId xmlns:a16="http://schemas.microsoft.com/office/drawing/2014/main" id="{348C9CF8-0BC3-52CA-B84B-5703DD09F6F0}"/>
              </a:ext>
            </a:extLst>
          </p:cNvPr>
          <p:cNvSpPr txBox="1"/>
          <p:nvPr/>
        </p:nvSpPr>
        <p:spPr>
          <a:xfrm>
            <a:off x="478465" y="1424759"/>
            <a:ext cx="8580475" cy="3537453"/>
          </a:xfrm>
          <a:prstGeom prst="rect">
            <a:avLst/>
          </a:prstGeom>
          <a:noFill/>
        </p:spPr>
        <p:txBody>
          <a:bodyPr wrap="square" lIns="0" tIns="0" rIns="0" bIns="0" rtlCol="0">
            <a:noAutofit/>
          </a:bodyPr>
          <a:lstStyle/>
          <a:p>
            <a:pPr marL="182880" indent="-182880">
              <a:lnSpc>
                <a:spcPct val="100000"/>
              </a:lnSpc>
              <a:spcBef>
                <a:spcPts val="1200"/>
              </a:spcBef>
              <a:buSzPct val="100000"/>
              <a:buFont typeface="Arial"/>
              <a:buChar char="•"/>
            </a:pPr>
            <a:r>
              <a:rPr lang="en-US" sz="1800" dirty="0"/>
              <a:t>Akshay </a:t>
            </a:r>
            <a:r>
              <a:rPr lang="en-US" dirty="0"/>
              <a:t>S A</a:t>
            </a:r>
            <a:endParaRPr lang="en-US" sz="1800" dirty="0"/>
          </a:p>
          <a:p>
            <a:pPr marL="182880" indent="-182880">
              <a:lnSpc>
                <a:spcPct val="100000"/>
              </a:lnSpc>
              <a:spcBef>
                <a:spcPts val="1200"/>
              </a:spcBef>
              <a:buSzPct val="100000"/>
              <a:buFont typeface="Arial"/>
              <a:buChar char="•"/>
            </a:pPr>
            <a:r>
              <a:rPr lang="en-US" dirty="0"/>
              <a:t>Parvathy P</a:t>
            </a:r>
          </a:p>
          <a:p>
            <a:pPr marL="182880" indent="-182880">
              <a:lnSpc>
                <a:spcPct val="100000"/>
              </a:lnSpc>
              <a:spcBef>
                <a:spcPts val="1200"/>
              </a:spcBef>
              <a:buSzPct val="100000"/>
              <a:buFont typeface="Arial"/>
              <a:buChar char="•"/>
            </a:pPr>
            <a:r>
              <a:rPr lang="en-US" sz="1800" dirty="0"/>
              <a:t>Sanju Jacob</a:t>
            </a:r>
          </a:p>
        </p:txBody>
      </p:sp>
    </p:spTree>
    <p:extLst>
      <p:ext uri="{BB962C8B-B14F-4D97-AF65-F5344CB8AC3E}">
        <p14:creationId xmlns:p14="http://schemas.microsoft.com/office/powerpoint/2010/main" val="3995792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D81C6-6D51-A08E-F6E1-B2258826C1C9}"/>
              </a:ext>
            </a:extLst>
          </p:cNvPr>
          <p:cNvSpPr>
            <a:spLocks noGrp="1"/>
          </p:cNvSpPr>
          <p:nvPr>
            <p:ph type="title"/>
          </p:nvPr>
        </p:nvSpPr>
        <p:spPr/>
        <p:txBody>
          <a:bodyPr/>
          <a:lstStyle/>
          <a:p>
            <a:pPr algn="ctr"/>
            <a:r>
              <a:rPr lang="en-IN" dirty="0"/>
              <a:t>AGENDA</a:t>
            </a:r>
          </a:p>
        </p:txBody>
      </p:sp>
      <p:sp>
        <p:nvSpPr>
          <p:cNvPr id="3" name="Content Placeholder 2">
            <a:extLst>
              <a:ext uri="{FF2B5EF4-FFF2-40B4-BE49-F238E27FC236}">
                <a16:creationId xmlns:a16="http://schemas.microsoft.com/office/drawing/2014/main" id="{E8443A49-78DF-87EC-535F-80B135B9749A}"/>
              </a:ext>
            </a:extLst>
          </p:cNvPr>
          <p:cNvSpPr>
            <a:spLocks noGrp="1"/>
          </p:cNvSpPr>
          <p:nvPr>
            <p:ph idx="1"/>
          </p:nvPr>
        </p:nvSpPr>
        <p:spPr/>
        <p:txBody>
          <a:bodyPr/>
          <a:lstStyle/>
          <a:p>
            <a:pPr marL="342900" indent="-342900">
              <a:buAutoNum type="arabicPeriod"/>
            </a:pPr>
            <a:r>
              <a:rPr lang="en-IN" b="1" dirty="0"/>
              <a:t>CAPSTONE PROJECT  OVERVIEW</a:t>
            </a:r>
          </a:p>
          <a:p>
            <a:pPr marL="342900" indent="-342900">
              <a:buAutoNum type="arabicPeriod"/>
            </a:pPr>
            <a:r>
              <a:rPr lang="en-IN" b="1" dirty="0"/>
              <a:t>APPROACH TAKEN</a:t>
            </a:r>
          </a:p>
          <a:p>
            <a:pPr marL="342900" indent="-342900">
              <a:buAutoNum type="arabicPeriod"/>
            </a:pPr>
            <a:r>
              <a:rPr lang="en-IN" b="1" dirty="0"/>
              <a:t>ARCHITECTURE</a:t>
            </a:r>
          </a:p>
          <a:p>
            <a:pPr marL="342900" indent="-342900">
              <a:buAutoNum type="arabicPeriod"/>
            </a:pPr>
            <a:r>
              <a:rPr lang="en-IN" b="1" dirty="0"/>
              <a:t>OUTPUT</a:t>
            </a:r>
          </a:p>
          <a:p>
            <a:pPr marL="342900" indent="-342900">
              <a:buAutoNum type="arabicPeriod"/>
            </a:pPr>
            <a:r>
              <a:rPr lang="en-IN" b="1" dirty="0"/>
              <a:t>EDA and CORRELATION SUMMARY</a:t>
            </a:r>
          </a:p>
          <a:p>
            <a:pPr marL="342900" indent="-342900">
              <a:buAutoNum type="arabicPeriod"/>
            </a:pPr>
            <a:r>
              <a:rPr lang="en-IN" b="1" dirty="0"/>
              <a:t>CONCLUSION</a:t>
            </a:r>
          </a:p>
          <a:p>
            <a:pPr marL="342900" indent="-342900">
              <a:buAutoNum type="arabicPeriod"/>
            </a:pPr>
            <a:endParaRPr lang="en-IN" dirty="0"/>
          </a:p>
          <a:p>
            <a:pPr marL="342900" indent="-342900">
              <a:buAutoNum type="arabicPeriod"/>
            </a:pPr>
            <a:endParaRPr lang="en-IN" dirty="0"/>
          </a:p>
        </p:txBody>
      </p:sp>
    </p:spTree>
    <p:extLst>
      <p:ext uri="{BB962C8B-B14F-4D97-AF65-F5344CB8AC3E}">
        <p14:creationId xmlns:p14="http://schemas.microsoft.com/office/powerpoint/2010/main" val="1537497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1C541-8A9C-8DA2-0AD5-8512E8EAE48A}"/>
              </a:ext>
            </a:extLst>
          </p:cNvPr>
          <p:cNvSpPr>
            <a:spLocks noGrp="1"/>
          </p:cNvSpPr>
          <p:nvPr>
            <p:ph type="title"/>
          </p:nvPr>
        </p:nvSpPr>
        <p:spPr/>
        <p:txBody>
          <a:bodyPr/>
          <a:lstStyle/>
          <a:p>
            <a:pPr algn="ctr"/>
            <a:r>
              <a:rPr lang="en-IN" sz="3600" dirty="0"/>
              <a:t>Capstone Project Overview</a:t>
            </a:r>
          </a:p>
        </p:txBody>
      </p:sp>
      <p:sp>
        <p:nvSpPr>
          <p:cNvPr id="3" name="Content Placeholder 2">
            <a:extLst>
              <a:ext uri="{FF2B5EF4-FFF2-40B4-BE49-F238E27FC236}">
                <a16:creationId xmlns:a16="http://schemas.microsoft.com/office/drawing/2014/main" id="{5150BE7A-A664-FD89-824A-5DE8B897020C}"/>
              </a:ext>
            </a:extLst>
          </p:cNvPr>
          <p:cNvSpPr>
            <a:spLocks noGrp="1"/>
          </p:cNvSpPr>
          <p:nvPr>
            <p:ph idx="1"/>
          </p:nvPr>
        </p:nvSpPr>
        <p:spPr/>
        <p:txBody>
          <a:bodyPr>
            <a:normAutofit/>
          </a:bodyPr>
          <a:lstStyle/>
          <a:p>
            <a:pPr marL="0" indent="0">
              <a:buNone/>
            </a:pPr>
            <a:r>
              <a:rPr lang="en-US" sz="1900" b="1" dirty="0"/>
              <a:t>TECHNOLOGIES USED:</a:t>
            </a:r>
          </a:p>
          <a:p>
            <a:pPr marL="514350" indent="-514350">
              <a:buAutoNum type="arabicPeriod"/>
            </a:pPr>
            <a:r>
              <a:rPr lang="en-US" dirty="0"/>
              <a:t>Python</a:t>
            </a:r>
          </a:p>
          <a:p>
            <a:pPr marL="514350" indent="-514350">
              <a:buAutoNum type="arabicPeriod"/>
            </a:pPr>
            <a:r>
              <a:rPr lang="en-US" dirty="0"/>
              <a:t>Django</a:t>
            </a:r>
          </a:p>
          <a:p>
            <a:pPr marL="514350" indent="-514350">
              <a:buAutoNum type="arabicPeriod"/>
            </a:pPr>
            <a:r>
              <a:rPr lang="en-US" dirty="0"/>
              <a:t>HTML</a:t>
            </a:r>
          </a:p>
          <a:p>
            <a:pPr marL="514350" indent="-514350">
              <a:buAutoNum type="arabicPeriod"/>
            </a:pPr>
            <a:r>
              <a:rPr lang="en-US" dirty="0"/>
              <a:t>CSS</a:t>
            </a:r>
          </a:p>
          <a:p>
            <a:pPr marL="514350" indent="-514350">
              <a:buAutoNum type="arabicPeriod"/>
            </a:pPr>
            <a:r>
              <a:rPr lang="en-US" dirty="0"/>
              <a:t>JavaScript</a:t>
            </a:r>
            <a:br>
              <a:rPr lang="en-US" sz="2800" dirty="0"/>
            </a:br>
            <a:endParaRPr lang="en-US" sz="2800" dirty="0"/>
          </a:p>
          <a:p>
            <a:pPr marL="0" indent="0">
              <a:buNone/>
            </a:pPr>
            <a:br>
              <a:rPr lang="en-US" sz="2800" dirty="0"/>
            </a:br>
            <a:endParaRPr lang="en-US" sz="2800" dirty="0"/>
          </a:p>
          <a:p>
            <a:pPr marL="0" indent="0">
              <a:buNone/>
            </a:pPr>
            <a:endParaRPr lang="en-US" sz="2800" dirty="0"/>
          </a:p>
          <a:p>
            <a:pPr marL="0" indent="0">
              <a:buNone/>
            </a:pPr>
            <a:endParaRPr lang="en-US" sz="2800" dirty="0"/>
          </a:p>
          <a:p>
            <a:endParaRPr lang="en-IN" dirty="0"/>
          </a:p>
        </p:txBody>
      </p:sp>
    </p:spTree>
    <p:extLst>
      <p:ext uri="{BB962C8B-B14F-4D97-AF65-F5344CB8AC3E}">
        <p14:creationId xmlns:p14="http://schemas.microsoft.com/office/powerpoint/2010/main" val="2525011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A355BBB-C941-C361-BE44-2E92C5E827E9}"/>
              </a:ext>
            </a:extLst>
          </p:cNvPr>
          <p:cNvSpPr>
            <a:spLocks noGrp="1"/>
          </p:cNvSpPr>
          <p:nvPr>
            <p:ph type="title"/>
          </p:nvPr>
        </p:nvSpPr>
        <p:spPr/>
        <p:txBody>
          <a:bodyPr/>
          <a:lstStyle/>
          <a:p>
            <a:pPr algn="ctr"/>
            <a:r>
              <a:rPr lang="en-US" dirty="0"/>
              <a:t>Approach Taken</a:t>
            </a:r>
          </a:p>
        </p:txBody>
      </p:sp>
      <p:sp>
        <p:nvSpPr>
          <p:cNvPr id="2" name="TextBox 1">
            <a:extLst>
              <a:ext uri="{FF2B5EF4-FFF2-40B4-BE49-F238E27FC236}">
                <a16:creationId xmlns:a16="http://schemas.microsoft.com/office/drawing/2014/main" id="{5E371D48-8129-5C6F-225A-7FE9E56D6BCB}"/>
              </a:ext>
            </a:extLst>
          </p:cNvPr>
          <p:cNvSpPr txBox="1"/>
          <p:nvPr/>
        </p:nvSpPr>
        <p:spPr>
          <a:xfrm>
            <a:off x="606056" y="1105786"/>
            <a:ext cx="9760688" cy="5386454"/>
          </a:xfrm>
          <a:prstGeom prst="rect">
            <a:avLst/>
          </a:prstGeom>
          <a:noFill/>
        </p:spPr>
        <p:txBody>
          <a:bodyPr wrap="square" lIns="0" tIns="0" rIns="0" bIns="0" rtlCol="0">
            <a:noAutofit/>
          </a:bodyPr>
          <a:lstStyle/>
          <a:p>
            <a:r>
              <a:rPr lang="en-US" b="1" dirty="0"/>
              <a:t>FRAMEWORK: </a:t>
            </a:r>
            <a:r>
              <a:rPr lang="en-US" dirty="0"/>
              <a:t>DJANGO</a:t>
            </a:r>
          </a:p>
          <a:p>
            <a:endParaRPr lang="en-US" b="1" dirty="0"/>
          </a:p>
          <a:p>
            <a:r>
              <a:rPr lang="en-US" b="1" dirty="0"/>
              <a:t>FEATURES:</a:t>
            </a:r>
          </a:p>
          <a:p>
            <a:r>
              <a:rPr lang="en-US" b="1" dirty="0"/>
              <a:t>	</a:t>
            </a:r>
            <a:r>
              <a:rPr lang="en-US" dirty="0"/>
              <a:t>1. Authentication</a:t>
            </a:r>
          </a:p>
          <a:p>
            <a:r>
              <a:rPr lang="en-US" dirty="0"/>
              <a:t>	2. Database</a:t>
            </a:r>
          </a:p>
          <a:p>
            <a:r>
              <a:rPr lang="en-US" dirty="0"/>
              <a:t>	3. Form Handling</a:t>
            </a:r>
          </a:p>
          <a:p>
            <a:r>
              <a:rPr lang="en-US" dirty="0"/>
              <a:t>	4.Modular apps</a:t>
            </a:r>
          </a:p>
          <a:p>
            <a:endParaRPr lang="en-US" dirty="0"/>
          </a:p>
          <a:p>
            <a:r>
              <a:rPr lang="en-US" b="1" dirty="0"/>
              <a:t>LOAN ESTIMATOR:</a:t>
            </a:r>
            <a:br>
              <a:rPr lang="en-US" dirty="0"/>
            </a:br>
            <a:r>
              <a:rPr lang="en-US" dirty="0"/>
              <a:t>	 Random Forest(.</a:t>
            </a:r>
            <a:r>
              <a:rPr lang="en-US" dirty="0" err="1"/>
              <a:t>pkl</a:t>
            </a:r>
            <a:r>
              <a:rPr lang="en-US" dirty="0"/>
              <a:t>)</a:t>
            </a:r>
          </a:p>
          <a:p>
            <a:endParaRPr lang="en-US" b="1" dirty="0"/>
          </a:p>
          <a:p>
            <a:r>
              <a:rPr lang="en-US" b="1" dirty="0"/>
              <a:t>FRONTEND:</a:t>
            </a:r>
          </a:p>
          <a:p>
            <a:r>
              <a:rPr lang="en-US" dirty="0"/>
              <a:t>	Bootstrap 5</a:t>
            </a:r>
          </a:p>
          <a:p>
            <a:endParaRPr lang="en-US" dirty="0"/>
          </a:p>
          <a:p>
            <a:r>
              <a:rPr lang="en-US" b="1" dirty="0"/>
              <a:t>TESTING:</a:t>
            </a:r>
            <a:br>
              <a:rPr lang="en-US" dirty="0"/>
            </a:br>
            <a:r>
              <a:rPr lang="en-US" dirty="0"/>
              <a:t>	Unit Tests</a:t>
            </a:r>
          </a:p>
        </p:txBody>
      </p:sp>
    </p:spTree>
    <p:extLst>
      <p:ext uri="{BB962C8B-B14F-4D97-AF65-F5344CB8AC3E}">
        <p14:creationId xmlns:p14="http://schemas.microsoft.com/office/powerpoint/2010/main" val="3686919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BBF82BA-0310-FAB1-0943-D317A58265DA}"/>
              </a:ext>
            </a:extLst>
          </p:cNvPr>
          <p:cNvSpPr txBox="1"/>
          <p:nvPr/>
        </p:nvSpPr>
        <p:spPr>
          <a:xfrm>
            <a:off x="365760" y="365760"/>
            <a:ext cx="11457432" cy="914400"/>
          </a:xfrm>
          <a:prstGeom prst="rect">
            <a:avLst/>
          </a:prstGeom>
        </p:spPr>
        <p:txBody>
          <a:bodyPr vert="horz" lIns="0" tIns="0" rIns="0" bIns="0" rtlCol="0" anchor="t" anchorCtr="0">
            <a:normAutofit/>
          </a:bodyPr>
          <a:lstStyle/>
          <a:p>
            <a:pPr>
              <a:lnSpc>
                <a:spcPct val="90000"/>
              </a:lnSpc>
              <a:spcBef>
                <a:spcPct val="0"/>
              </a:spcBef>
              <a:spcAft>
                <a:spcPts val="600"/>
              </a:spcAft>
              <a:buSzPct val="100000"/>
            </a:pPr>
            <a:r>
              <a:rPr lang="en-US" sz="3200" b="1" kern="1200">
                <a:latin typeface="+mj-lt"/>
                <a:ea typeface="+mj-ea"/>
                <a:cs typeface="+mj-cs"/>
              </a:rPr>
              <a:t>Architecture</a:t>
            </a:r>
          </a:p>
        </p:txBody>
      </p:sp>
      <p:pic>
        <p:nvPicPr>
          <p:cNvPr id="10" name="Picture Placeholder 9" descr="A diagram of a banking application&#10;&#10;AI-generated content may be incorrect.">
            <a:extLst>
              <a:ext uri="{FF2B5EF4-FFF2-40B4-BE49-F238E27FC236}">
                <a16:creationId xmlns:a16="http://schemas.microsoft.com/office/drawing/2014/main" id="{8CEBC7A6-ADDB-A4AE-6470-81F603EB7FDA}"/>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Effect>
                      <a14:saturation sat="200000"/>
                    </a14:imgEffect>
                  </a14:imgLayer>
                </a14:imgProps>
              </a:ext>
              <a:ext uri="{28A0092B-C50C-407E-A947-70E740481C1C}">
                <a14:useLocalDpi xmlns:a14="http://schemas.microsoft.com/office/drawing/2010/main" val="0"/>
              </a:ext>
            </a:extLst>
          </a:blip>
          <a:stretch>
            <a:fillRect/>
          </a:stretch>
        </p:blipFill>
        <p:spPr>
          <a:xfrm>
            <a:off x="2911011" y="1869896"/>
            <a:ext cx="6369977" cy="4251960"/>
          </a:xfrm>
          <a:noFill/>
        </p:spPr>
      </p:pic>
    </p:spTree>
    <p:extLst>
      <p:ext uri="{BB962C8B-B14F-4D97-AF65-F5344CB8AC3E}">
        <p14:creationId xmlns:p14="http://schemas.microsoft.com/office/powerpoint/2010/main" val="3947908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0C9F3-66B9-CFF3-5602-A40EBF30109A}"/>
              </a:ext>
            </a:extLst>
          </p:cNvPr>
          <p:cNvSpPr>
            <a:spLocks noGrp="1"/>
          </p:cNvSpPr>
          <p:nvPr>
            <p:ph type="title"/>
          </p:nvPr>
        </p:nvSpPr>
        <p:spPr/>
        <p:txBody>
          <a:bodyPr/>
          <a:lstStyle/>
          <a:p>
            <a:pPr algn="ctr"/>
            <a:r>
              <a:rPr lang="en-IN" dirty="0"/>
              <a:t>Home Page</a:t>
            </a:r>
          </a:p>
        </p:txBody>
      </p:sp>
      <p:pic>
        <p:nvPicPr>
          <p:cNvPr id="7" name="Content Placeholder 6">
            <a:extLst>
              <a:ext uri="{FF2B5EF4-FFF2-40B4-BE49-F238E27FC236}">
                <a16:creationId xmlns:a16="http://schemas.microsoft.com/office/drawing/2014/main" id="{9E3190FB-552D-0DA3-F9A5-C2084C200C9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9904" y="1828800"/>
            <a:ext cx="9989016" cy="4251325"/>
          </a:xfrm>
        </p:spPr>
      </p:pic>
    </p:spTree>
    <p:extLst>
      <p:ext uri="{BB962C8B-B14F-4D97-AF65-F5344CB8AC3E}">
        <p14:creationId xmlns:p14="http://schemas.microsoft.com/office/powerpoint/2010/main" val="2042176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C2DC82-65E7-0A55-B9F7-F67580688C79}"/>
              </a:ext>
            </a:extLst>
          </p:cNvPr>
          <p:cNvSpPr txBox="1"/>
          <p:nvPr/>
        </p:nvSpPr>
        <p:spPr>
          <a:xfrm>
            <a:off x="3811713" y="2743200"/>
            <a:ext cx="6000108" cy="3452117"/>
          </a:xfrm>
          <a:prstGeom prst="rect">
            <a:avLst/>
          </a:prstGeom>
          <a:noFill/>
        </p:spPr>
        <p:txBody>
          <a:bodyPr wrap="square" lIns="0" tIns="0" rIns="0" bIns="0" rtlCol="0">
            <a:noAutofit/>
          </a:bodyPr>
          <a:lstStyle/>
          <a:p>
            <a:pPr algn="ctr">
              <a:lnSpc>
                <a:spcPct val="100000"/>
              </a:lnSpc>
              <a:spcBef>
                <a:spcPts val="1200"/>
              </a:spcBef>
              <a:buSzPct val="100000"/>
            </a:pPr>
            <a:r>
              <a:rPr lang="en-IN" sz="2400" b="1" dirty="0"/>
              <a:t>Data Preprocessing ,Model creation and EDA</a:t>
            </a:r>
          </a:p>
        </p:txBody>
      </p:sp>
    </p:spTree>
    <p:extLst>
      <p:ext uri="{BB962C8B-B14F-4D97-AF65-F5344CB8AC3E}">
        <p14:creationId xmlns:p14="http://schemas.microsoft.com/office/powerpoint/2010/main" val="2942165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2F1F6-1224-5B32-0F60-21104AC80EE3}"/>
              </a:ext>
            </a:extLst>
          </p:cNvPr>
          <p:cNvSpPr>
            <a:spLocks noGrp="1"/>
          </p:cNvSpPr>
          <p:nvPr>
            <p:ph type="title"/>
          </p:nvPr>
        </p:nvSpPr>
        <p:spPr>
          <a:xfrm>
            <a:off x="365760" y="365760"/>
            <a:ext cx="5425440" cy="1371600"/>
          </a:xfrm>
        </p:spPr>
        <p:txBody>
          <a:bodyPr anchor="t">
            <a:normAutofit/>
          </a:bodyPr>
          <a:lstStyle/>
          <a:p>
            <a:r>
              <a:rPr lang="en-US" b="1" dirty="0"/>
              <a:t>Correlation Summary:</a:t>
            </a:r>
            <a:br>
              <a:rPr lang="en-US" b="1" dirty="0"/>
            </a:br>
            <a:endParaRPr lang="en-IN" dirty="0"/>
          </a:p>
        </p:txBody>
      </p:sp>
      <p:sp>
        <p:nvSpPr>
          <p:cNvPr id="3" name="Content Placeholder 2">
            <a:extLst>
              <a:ext uri="{FF2B5EF4-FFF2-40B4-BE49-F238E27FC236}">
                <a16:creationId xmlns:a16="http://schemas.microsoft.com/office/drawing/2014/main" id="{0284938E-BFA1-2A81-DFA9-35307425E7F2}"/>
              </a:ext>
            </a:extLst>
          </p:cNvPr>
          <p:cNvSpPr>
            <a:spLocks noGrp="1"/>
          </p:cNvSpPr>
          <p:nvPr>
            <p:ph sz="half" idx="1"/>
          </p:nvPr>
        </p:nvSpPr>
        <p:spPr>
          <a:xfrm>
            <a:off x="365760" y="2286000"/>
            <a:ext cx="5425440" cy="3794760"/>
          </a:xfrm>
        </p:spPr>
        <p:txBody>
          <a:bodyPr>
            <a:normAutofit/>
          </a:bodyPr>
          <a:lstStyle/>
          <a:p>
            <a:pPr>
              <a:buFont typeface="Arial" panose="020B0604020202020204" pitchFamily="34" charset="0"/>
              <a:buChar char="•"/>
            </a:pPr>
            <a:r>
              <a:rPr lang="en-US" b="1" dirty="0"/>
              <a:t>Loan Amount</a:t>
            </a:r>
            <a:r>
              <a:rPr lang="en-US" dirty="0"/>
              <a:t> shows:</a:t>
            </a:r>
          </a:p>
          <a:p>
            <a:pPr marL="800100" lvl="1" indent="-342900">
              <a:buFont typeface="+mj-lt"/>
              <a:buAutoNum type="arabicPeriod"/>
            </a:pPr>
            <a:r>
              <a:rPr lang="en-US" b="1" dirty="0"/>
              <a:t>Strongest positive correlation</a:t>
            </a:r>
            <a:r>
              <a:rPr lang="en-US" dirty="0"/>
              <a:t> with </a:t>
            </a:r>
            <a:r>
              <a:rPr lang="en-US" b="1" dirty="0"/>
              <a:t>Monthly Income</a:t>
            </a:r>
            <a:r>
              <a:rPr lang="en-US" dirty="0"/>
              <a:t> (0.513)</a:t>
            </a:r>
          </a:p>
          <a:p>
            <a:pPr marL="800100" lvl="1" indent="-342900">
              <a:buFont typeface="+mj-lt"/>
              <a:buAutoNum type="arabicPeriod"/>
            </a:pPr>
            <a:r>
              <a:rPr lang="en-US" b="1" dirty="0"/>
              <a:t>Negative correlation</a:t>
            </a:r>
            <a:r>
              <a:rPr lang="en-US" dirty="0"/>
              <a:t> with </a:t>
            </a:r>
            <a:r>
              <a:rPr lang="en-US" b="1" dirty="0"/>
              <a:t>Num of Dependents</a:t>
            </a:r>
            <a:r>
              <a:rPr lang="en-US" dirty="0"/>
              <a:t> (-0.120) and </a:t>
            </a:r>
            <a:r>
              <a:rPr lang="en-US" b="1" dirty="0"/>
              <a:t>Existing Loan Amount</a:t>
            </a:r>
            <a:r>
              <a:rPr lang="en-US" dirty="0"/>
              <a:t> (-0.085)</a:t>
            </a:r>
          </a:p>
          <a:p>
            <a:pPr>
              <a:buFont typeface="Arial" panose="020B0604020202020204" pitchFamily="34" charset="0"/>
              <a:buChar char="•"/>
            </a:pPr>
            <a:r>
              <a:rPr lang="en-US" b="1" dirty="0"/>
              <a:t>Credit Score</a:t>
            </a:r>
            <a:r>
              <a:rPr lang="en-US" dirty="0"/>
              <a:t> has </a:t>
            </a:r>
            <a:r>
              <a:rPr lang="en-US" b="1" dirty="0"/>
              <a:t>weak positive relationships</a:t>
            </a:r>
            <a:r>
              <a:rPr lang="en-US" dirty="0"/>
              <a:t> with </a:t>
            </a:r>
            <a:r>
              <a:rPr lang="en-US" b="1" dirty="0"/>
              <a:t>Income</a:t>
            </a:r>
            <a:r>
              <a:rPr lang="en-US" dirty="0"/>
              <a:t> and </a:t>
            </a:r>
            <a:r>
              <a:rPr lang="en-US" b="1" dirty="0"/>
              <a:t>Existing Loan Amount</a:t>
            </a:r>
            <a:endParaRPr lang="en-US" dirty="0"/>
          </a:p>
          <a:p>
            <a:pPr>
              <a:buFont typeface="Arial" panose="020B0604020202020204" pitchFamily="34" charset="0"/>
              <a:buChar char="•"/>
            </a:pPr>
            <a:r>
              <a:rPr lang="en-US" b="1" dirty="0"/>
              <a:t>Age</a:t>
            </a:r>
            <a:r>
              <a:rPr lang="en-US" dirty="0"/>
              <a:t> and </a:t>
            </a:r>
            <a:r>
              <a:rPr lang="en-US" b="1" dirty="0"/>
              <a:t>Loan Tenure</a:t>
            </a:r>
            <a:r>
              <a:rPr lang="en-US" dirty="0"/>
              <a:t> are </a:t>
            </a:r>
            <a:r>
              <a:rPr lang="en-US" b="1" dirty="0"/>
              <a:t>mostly uncorrelated</a:t>
            </a:r>
            <a:r>
              <a:rPr lang="en-US" dirty="0"/>
              <a:t> with other variables</a:t>
            </a:r>
          </a:p>
          <a:p>
            <a:endParaRPr lang="en-IN" dirty="0"/>
          </a:p>
        </p:txBody>
      </p:sp>
      <p:pic>
        <p:nvPicPr>
          <p:cNvPr id="6" name="Content Placeholder 5" descr="A screenshot of a computer screen">
            <a:extLst>
              <a:ext uri="{FF2B5EF4-FFF2-40B4-BE49-F238E27FC236}">
                <a16:creationId xmlns:a16="http://schemas.microsoft.com/office/drawing/2014/main" id="{05AE320D-F89A-A13B-BE2B-E9E39C257C9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l="19884" r="4219" b="-2"/>
          <a:stretch/>
        </p:blipFill>
        <p:spPr>
          <a:xfrm>
            <a:off x="6400800" y="365125"/>
            <a:ext cx="5422392" cy="5715635"/>
          </a:xfrm>
          <a:noFill/>
        </p:spPr>
      </p:pic>
    </p:spTree>
    <p:extLst>
      <p:ext uri="{BB962C8B-B14F-4D97-AF65-F5344CB8AC3E}">
        <p14:creationId xmlns:p14="http://schemas.microsoft.com/office/powerpoint/2010/main" val="3345201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802-D739-1AB3-CBC3-4473BA039A07}"/>
              </a:ext>
            </a:extLst>
          </p:cNvPr>
          <p:cNvSpPr>
            <a:spLocks noGrp="1"/>
          </p:cNvSpPr>
          <p:nvPr>
            <p:ph type="title"/>
          </p:nvPr>
        </p:nvSpPr>
        <p:spPr/>
        <p:txBody>
          <a:bodyPr/>
          <a:lstStyle/>
          <a:p>
            <a:pPr algn="ctr"/>
            <a:r>
              <a:rPr lang="en-IN" dirty="0"/>
              <a:t>Data Skewness</a:t>
            </a:r>
          </a:p>
        </p:txBody>
      </p:sp>
      <p:sp>
        <p:nvSpPr>
          <p:cNvPr id="3" name="Content Placeholder 2">
            <a:extLst>
              <a:ext uri="{FF2B5EF4-FFF2-40B4-BE49-F238E27FC236}">
                <a16:creationId xmlns:a16="http://schemas.microsoft.com/office/drawing/2014/main" id="{C2EB827D-56F1-5AA8-F175-FB4D9B180A63}"/>
              </a:ext>
            </a:extLst>
          </p:cNvPr>
          <p:cNvSpPr>
            <a:spLocks noGrp="1"/>
          </p:cNvSpPr>
          <p:nvPr>
            <p:ph sz="half" idx="1"/>
          </p:nvPr>
        </p:nvSpPr>
        <p:spPr/>
        <p:txBody>
          <a:bodyPr/>
          <a:lstStyle/>
          <a:p>
            <a:r>
              <a:rPr lang="en-US" b="1" dirty="0"/>
              <a:t>Most features (Age, Income, Credit Score) are symmetrically distributed.</a:t>
            </a:r>
          </a:p>
          <a:p>
            <a:r>
              <a:rPr lang="en-US" b="1" dirty="0"/>
              <a:t>Loan Amount is moderately right-skewed (0.41) Some applicants are requesting larger-than-average loans.</a:t>
            </a:r>
          </a:p>
          <a:p>
            <a:r>
              <a:rPr lang="en-US" b="1" dirty="0"/>
              <a:t>Loan Tenure, Dependents, and Existing Loan show slight right skew</a:t>
            </a:r>
          </a:p>
          <a:p>
            <a:endParaRPr lang="en-US" dirty="0"/>
          </a:p>
          <a:p>
            <a:endParaRPr lang="en-IN" dirty="0"/>
          </a:p>
        </p:txBody>
      </p:sp>
      <p:pic>
        <p:nvPicPr>
          <p:cNvPr id="6" name="Content Placeholder 5" descr="A group of blue graphs&#10;&#10;AI-generated content may be incorrect.">
            <a:extLst>
              <a:ext uri="{FF2B5EF4-FFF2-40B4-BE49-F238E27FC236}">
                <a16:creationId xmlns:a16="http://schemas.microsoft.com/office/drawing/2014/main" id="{C4E8C4B1-C88D-EE49-4935-6163EBD7DB3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377384" y="1828800"/>
            <a:ext cx="5314156" cy="4251325"/>
          </a:xfrm>
        </p:spPr>
      </p:pic>
    </p:spTree>
    <p:extLst>
      <p:ext uri="{BB962C8B-B14F-4D97-AF65-F5344CB8AC3E}">
        <p14:creationId xmlns:p14="http://schemas.microsoft.com/office/powerpoint/2010/main" val="2483221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14E2B-C46B-3CDE-3237-DD92D89668F4}"/>
              </a:ext>
            </a:extLst>
          </p:cNvPr>
          <p:cNvSpPr>
            <a:spLocks noGrp="1"/>
          </p:cNvSpPr>
          <p:nvPr>
            <p:ph type="title"/>
          </p:nvPr>
        </p:nvSpPr>
        <p:spPr>
          <a:xfrm>
            <a:off x="365760" y="365760"/>
            <a:ext cx="11457432" cy="914400"/>
          </a:xfrm>
        </p:spPr>
        <p:txBody>
          <a:bodyPr anchor="t">
            <a:normAutofit/>
          </a:bodyPr>
          <a:lstStyle/>
          <a:p>
            <a:r>
              <a:rPr lang="en-IN"/>
              <a:t>Git commit log</a:t>
            </a:r>
          </a:p>
        </p:txBody>
      </p:sp>
      <p:pic>
        <p:nvPicPr>
          <p:cNvPr id="5" name="Content Placeholder 4" descr="A screenshot of a computer&#10;&#10;AI-generated content may be incorrect.">
            <a:extLst>
              <a:ext uri="{FF2B5EF4-FFF2-40B4-BE49-F238E27FC236}">
                <a16:creationId xmlns:a16="http://schemas.microsoft.com/office/drawing/2014/main" id="{6431A7E0-8ABD-66AD-47B7-B5089206DCB5}"/>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Effect>
                      <a14:saturation sat="300000"/>
                    </a14:imgEffect>
                  </a14:imgLayer>
                </a14:imgProps>
              </a:ext>
              <a:ext uri="{28A0092B-C50C-407E-A947-70E740481C1C}">
                <a14:useLocalDpi xmlns:a14="http://schemas.microsoft.com/office/drawing/2010/main" val="0"/>
              </a:ext>
            </a:extLst>
          </a:blip>
          <a:srcRect t="27940" r="1" b="1"/>
          <a:stretch/>
        </p:blipFill>
        <p:spPr>
          <a:xfrm>
            <a:off x="365760" y="1828800"/>
            <a:ext cx="11457432" cy="4251960"/>
          </a:xfrm>
          <a:noFill/>
        </p:spPr>
      </p:pic>
    </p:spTree>
    <p:extLst>
      <p:ext uri="{BB962C8B-B14F-4D97-AF65-F5344CB8AC3E}">
        <p14:creationId xmlns:p14="http://schemas.microsoft.com/office/powerpoint/2010/main" val="936002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1A024-45C0-21DC-C9A0-43021C305B81}"/>
              </a:ext>
            </a:extLst>
          </p:cNvPr>
          <p:cNvSpPr>
            <a:spLocks noGrp="1"/>
          </p:cNvSpPr>
          <p:nvPr>
            <p:ph type="title"/>
          </p:nvPr>
        </p:nvSpPr>
        <p:spPr>
          <a:xfrm>
            <a:off x="365760" y="365760"/>
            <a:ext cx="11457432" cy="914400"/>
          </a:xfrm>
        </p:spPr>
        <p:txBody>
          <a:bodyPr anchor="t">
            <a:normAutofit/>
          </a:bodyPr>
          <a:lstStyle/>
          <a:p>
            <a:r>
              <a:rPr lang="en-IN"/>
              <a:t>Jira  Board</a:t>
            </a:r>
          </a:p>
        </p:txBody>
      </p:sp>
      <p:pic>
        <p:nvPicPr>
          <p:cNvPr id="5" name="Content Placeholder 4" descr="A screenshot of a computer&#10;&#10;AI-generated content may be incorrect.">
            <a:extLst>
              <a:ext uri="{FF2B5EF4-FFF2-40B4-BE49-F238E27FC236}">
                <a16:creationId xmlns:a16="http://schemas.microsoft.com/office/drawing/2014/main" id="{6698DD5F-85AB-74EE-EAB4-BC604C7ACEA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33491" y="1828800"/>
            <a:ext cx="8721970" cy="4251960"/>
          </a:xfrm>
          <a:noFill/>
        </p:spPr>
      </p:pic>
    </p:spTree>
    <p:extLst>
      <p:ext uri="{BB962C8B-B14F-4D97-AF65-F5344CB8AC3E}">
        <p14:creationId xmlns:p14="http://schemas.microsoft.com/office/powerpoint/2010/main" val="1991778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DBB5D-1000-C4F3-9442-BABB45EA84F4}"/>
              </a:ext>
            </a:extLst>
          </p:cNvPr>
          <p:cNvSpPr>
            <a:spLocks noGrp="1"/>
          </p:cNvSpPr>
          <p:nvPr>
            <p:ph type="title"/>
          </p:nvPr>
        </p:nvSpPr>
        <p:spPr/>
        <p:txBody>
          <a:bodyPr/>
          <a:lstStyle/>
          <a:p>
            <a:pPr algn="ctr"/>
            <a:r>
              <a:rPr lang="en-IN" dirty="0"/>
              <a:t>Conclusion </a:t>
            </a:r>
          </a:p>
        </p:txBody>
      </p:sp>
      <p:sp>
        <p:nvSpPr>
          <p:cNvPr id="3" name="Content Placeholder 2">
            <a:extLst>
              <a:ext uri="{FF2B5EF4-FFF2-40B4-BE49-F238E27FC236}">
                <a16:creationId xmlns:a16="http://schemas.microsoft.com/office/drawing/2014/main" id="{2761FCA7-2D8E-F84A-2EF0-4D42745BADF6}"/>
              </a:ext>
            </a:extLst>
          </p:cNvPr>
          <p:cNvSpPr>
            <a:spLocks noGrp="1"/>
          </p:cNvSpPr>
          <p:nvPr>
            <p:ph idx="1"/>
          </p:nvPr>
        </p:nvSpPr>
        <p:spPr/>
        <p:txBody>
          <a:bodyPr/>
          <a:lstStyle/>
          <a:p>
            <a:pPr>
              <a:buFont typeface="Wingdings" panose="05000000000000000000" pitchFamily="2" charset="2"/>
              <a:buChar char="§"/>
            </a:pPr>
            <a:r>
              <a:rPr lang="en-US" dirty="0"/>
              <a:t>Inferred the problem statement, and successfully designed and implemented a Proof of Concept (POC)</a:t>
            </a:r>
          </a:p>
          <a:p>
            <a:pPr>
              <a:buFont typeface="Wingdings" panose="05000000000000000000" pitchFamily="2" charset="2"/>
              <a:buChar char="§"/>
            </a:pPr>
            <a:r>
              <a:rPr lang="en-US" dirty="0"/>
              <a:t>All key functionalities mentioned in the problem statement were incorporated and validated.</a:t>
            </a:r>
          </a:p>
          <a:p>
            <a:pPr>
              <a:buFont typeface="Wingdings" panose="05000000000000000000" pitchFamily="2" charset="2"/>
              <a:buChar char="§"/>
            </a:pPr>
            <a:r>
              <a:rPr lang="en-US" dirty="0"/>
              <a:t>The model and analysis lay the groundwork for further enhancements and deployment in real-world scenarios</a:t>
            </a:r>
            <a:endParaRPr lang="en-IN" dirty="0"/>
          </a:p>
        </p:txBody>
      </p:sp>
    </p:spTree>
    <p:extLst>
      <p:ext uri="{BB962C8B-B14F-4D97-AF65-F5344CB8AC3E}">
        <p14:creationId xmlns:p14="http://schemas.microsoft.com/office/powerpoint/2010/main" val="1614989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00944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ST">
  <a:themeElements>
    <a:clrScheme name="Custom 1">
      <a:dk1>
        <a:srgbClr val="323232"/>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Fonts">
      <a:majorFont>
        <a:latin typeface="Arial"/>
        <a:ea typeface=""/>
        <a:cs typeface=""/>
      </a:majorFont>
      <a:minorFont>
        <a:latin typeface="Arial"/>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182880" indent="-182880">
          <a:lnSpc>
            <a:spcPct val="100000"/>
          </a:lnSpc>
          <a:spcBef>
            <a:spcPts val="1200"/>
          </a:spcBef>
          <a:buSzPct val="100000"/>
          <a:buFont typeface="Arial"/>
          <a:buChar char="•"/>
          <a:defRPr sz="180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extLst>
    <a:ext uri="{05A4C25C-085E-4340-85A3-A5531E510DB2}">
      <thm15:themeFamily xmlns:thm15="http://schemas.microsoft.com/office/thememl/2012/main" name="UST_PowerPoint_16x9_21Oct2020" id="{2FCFBAFE-DAA5-46BD-B8DC-04E9DEE71F3A}" vid="{90151F41-C9BF-4400-9ABD-DB0CFDBABE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934a54b-9cd8-44fa-8537-e751976983dc">
      <Terms xmlns="http://schemas.microsoft.com/office/infopath/2007/PartnerControls"/>
    </lcf76f155ced4ddcb4097134ff3c332f>
    <TaxCatchAll xmlns="18fab25d-ba0b-4d17-b8dd-9ab6d27e4e09" xsi:nil="true"/>
    <SharedWithUsers xmlns="18fab25d-ba0b-4d17-b8dd-9ab6d27e4e09">
      <UserInfo>
        <DisplayName>Arjun Vinod(UST,IN)</DisplayName>
        <AccountId>133</AccountId>
        <AccountType/>
      </UserInfo>
      <UserInfo>
        <DisplayName>Parijat Prabhudesai(UST,IN)</DisplayName>
        <AccountId>18</AccountId>
        <AccountType/>
      </UserInfo>
      <UserInfo>
        <DisplayName>Parvathy Prasanna Kumari(UST,IN)</DisplayName>
        <AccountId>74</AccountId>
        <AccountType/>
      </UserInfo>
      <UserInfo>
        <DisplayName>Elwin Subin(UST,IN)</DisplayName>
        <AccountId>1248</AccountId>
        <AccountType/>
      </UserInfo>
      <UserInfo>
        <DisplayName>Lishoy Marath Lohithakshan(UST,IN)</DisplayName>
        <AccountId>87</AccountId>
        <AccountType/>
      </UserInfo>
      <UserInfo>
        <DisplayName>Shamikkumar Bhanubhai Joshi(UST,IN)</DisplayName>
        <AccountId>1386</AccountId>
        <AccountType/>
      </UserInfo>
      <UserInfo>
        <DisplayName>Ganga Ajayankumar Sheena(UST,IN)</DisplayName>
        <AccountId>66</AccountId>
        <AccountType/>
      </UserInfo>
      <UserInfo>
        <DisplayName>Sajith Pulparambil Saju(UST,IN)</DisplayName>
        <AccountId>2066</AccountId>
        <AccountType/>
      </UserInfo>
      <UserInfo>
        <DisplayName>Aswanth Etavan Veettil(UST,IN)</DisplayName>
        <AccountId>2067</AccountId>
        <AccountType/>
      </UserInfo>
      <UserInfo>
        <DisplayName>Mohammed Azlah Sadath(UST,IN)</DisplayName>
        <AccountId>2068</AccountId>
        <AccountType/>
      </UserInfo>
      <UserInfo>
        <DisplayName>Abhishek Suresh(UST,IN)</DisplayName>
        <AccountId>128</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ACE93C9E156FB44A8C96FC6FB495CE0" ma:contentTypeVersion="15" ma:contentTypeDescription="Create a new document." ma:contentTypeScope="" ma:versionID="29cd1714c57a436bb63f958ef25a196f">
  <xsd:schema xmlns:xsd="http://www.w3.org/2001/XMLSchema" xmlns:xs="http://www.w3.org/2001/XMLSchema" xmlns:p="http://schemas.microsoft.com/office/2006/metadata/properties" xmlns:ns2="18fab25d-ba0b-4d17-b8dd-9ab6d27e4e09" xmlns:ns3="b934a54b-9cd8-44fa-8537-e751976983dc" targetNamespace="http://schemas.microsoft.com/office/2006/metadata/properties" ma:root="true" ma:fieldsID="563ffc0d63ce2a4148c3b4eaaa49a38f" ns2:_="" ns3:_="">
    <xsd:import namespace="18fab25d-ba0b-4d17-b8dd-9ab6d27e4e09"/>
    <xsd:import namespace="b934a54b-9cd8-44fa-8537-e751976983d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Location" minOccurs="0"/>
                <xsd:element ref="ns3:lcf76f155ced4ddcb4097134ff3c332f" minOccurs="0"/>
                <xsd:element ref="ns2:TaxCatchAll"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8fab25d-ba0b-4d17-b8dd-9ab6d27e4e09"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9944632f-31a9-4f62-bda3-e3c86b5edc7e}" ma:internalName="TaxCatchAll" ma:showField="CatchAllData" ma:web="18fab25d-ba0b-4d17-b8dd-9ab6d27e4e0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b934a54b-9cd8-44fa-8537-e751976983d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Location" ma:index="18" nillable="true" ma:displayName="Location" ma:indexed="true"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ca363587-87ea-41e2-9a9e-8270a2079e61"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3DDC088-9DC0-4CD7-972C-0BEBDB22D5A0}">
  <ds:schemaRefs>
    <ds:schemaRef ds:uri="http://schemas.microsoft.com/sharepoint/v3/contenttype/forms"/>
  </ds:schemaRefs>
</ds:datastoreItem>
</file>

<file path=customXml/itemProps2.xml><?xml version="1.0" encoding="utf-8"?>
<ds:datastoreItem xmlns:ds="http://schemas.openxmlformats.org/officeDocument/2006/customXml" ds:itemID="{50B17FD6-29CA-4E8F-BB8C-191CCA15BB90}">
  <ds:schemaRefs>
    <ds:schemaRef ds:uri="18fab25d-ba0b-4d17-b8dd-9ab6d27e4e09"/>
    <ds:schemaRef ds:uri="b934a54b-9cd8-44fa-8537-e751976983d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21BE2C1-028C-4532-BD93-15376B4B5FEA}">
  <ds:schemaRefs>
    <ds:schemaRef ds:uri="18fab25d-ba0b-4d17-b8dd-9ab6d27e4e09"/>
    <ds:schemaRef ds:uri="b934a54b-9cd8-44fa-8537-e751976983d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1566</TotalTime>
  <Words>244</Words>
  <Application>Microsoft Office PowerPoint</Application>
  <PresentationFormat>Widescreen</PresentationFormat>
  <Paragraphs>55</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Wingdings</vt:lpstr>
      <vt:lpstr>UST</vt:lpstr>
      <vt:lpstr>PowerPoint Presentation</vt:lpstr>
      <vt:lpstr>TEAM MEMBERS</vt:lpstr>
      <vt:lpstr>AGENDA</vt:lpstr>
      <vt:lpstr>Capstone Project Overview</vt:lpstr>
      <vt:lpstr>Approach Taken</vt:lpstr>
      <vt:lpstr>PowerPoint Presentation</vt:lpstr>
      <vt:lpstr>Home Page</vt:lpstr>
      <vt:lpstr>PowerPoint Presentation</vt:lpstr>
      <vt:lpstr>Correlation Summary: </vt:lpstr>
      <vt:lpstr>Data Skewness</vt:lpstr>
      <vt:lpstr>Git commit log</vt:lpstr>
      <vt:lpstr>Jira  Board</vt:lpstr>
      <vt:lpstr>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TCM Validation - August 2023 Update</dc:title>
  <dc:creator>Parijat Prabhudesai(UST,IN)</dc:creator>
  <cp:lastModifiedBy>Parvathy Prasanna Kumari(UST,IN)</cp:lastModifiedBy>
  <cp:revision>23</cp:revision>
  <dcterms:created xsi:type="dcterms:W3CDTF">2023-08-28T06:32:55Z</dcterms:created>
  <dcterms:modified xsi:type="dcterms:W3CDTF">2025-05-02T10:28:51Z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0x0101008ACE93C9E156FB44A8C96FC6FB495CE0</vt:lpwstr>
  </property>
  <property fmtid="{D5CDD505-2E9C-101B-9397-08002B2CF9AE}" pid="3" name="MediaServiceImageTags">
    <vt:lpwstr/>
  </property>
</Properties>
</file>